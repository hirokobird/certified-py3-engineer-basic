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7315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Pythonのクラス入門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成績表アプリで学ぶオブジェクト指向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クラスとは？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設計図としてのクラス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2011680"/>
            <a:ext cx="3291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クラスは</a:t>
            </a:r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「モノの設計図」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です。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例えば、</a:t>
            </a:r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「生徒」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というクラスを作れば、</a:t>
            </a:r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たくさんの生徒を管理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できます。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コード例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37760" y="18288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__init__(self, name):</a:t>
            </a:r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設計図から実体を作る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student1 = Student(</a:t>
            </a:r>
            <a:pPr indent="0" marL="0">
              <a:buNone/>
            </a:pPr>
            <a:r>
              <a:rPr lang="en-US" sz="13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"太郎"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student2 = Student(</a:t>
            </a:r>
            <a:pPr indent="0" marL="0">
              <a:buNone/>
            </a:pPr>
            <a:r>
              <a:rPr lang="en-US" sz="13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"花子"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インスタンス（実体）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028090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設計図</a:t>
            </a:r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（クラス）から作られた</a:t>
            </a:r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実際のモノ</a:t>
            </a:r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</a:t>
            </a:r>
            <a:pPr algn="ctr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「インスタンス」</a:t>
            </a:r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と呼びます。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560320"/>
            <a:ext cx="2377440" cy="210312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設計図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クラス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3383280"/>
            <a:ext cx="73152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0" y="2560320"/>
            <a:ext cx="237744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743200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9768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氏名: 山田太郎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国語: 85点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数学: 90点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英語: 78点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58000" y="2560320"/>
            <a:ext cx="2377440" cy="2103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743200"/>
            <a:ext cx="914400" cy="914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3749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氏名: 佐藤花子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国語: 92点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数学: 88点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英語: 95点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属性とメソッド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91440" cy="32918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属性（データ）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オブジェクトが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持っているデータ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のこと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氏名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国語の点数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数学の点数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英語の点数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91440" cy="3291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716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メソッド（機能）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オブジェクトが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できる処理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のこと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合計点を計算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平均点を計算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情報を表示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Studentクラスの設計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"""生徒クラス"""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__init__(self, name, japanese, math, english):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self.name = 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self.japanese = japanese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self.math = math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self.english = english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calculate_total(self):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self.japanese + self.math + self.english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calculate_average(self):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3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self.calculate_total() / </a:t>
            </a:r>
            <a:pPr indent="0" marL="0">
              <a:buNone/>
            </a:pPr>
            <a:r>
              <a:rPr lang="en-US" sz="13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実際の使用例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297680" cy="3291840"/>
          </a:xfrm>
          <a:prstGeom prst="rect">
            <a:avLst/>
          </a:prstGeom>
          <a:solidFill>
            <a:srgbClr val="2D374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使用例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インスタンスを作成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 = Student(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"山田太郎"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272A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メソッドを呼び出す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student.calculate_total()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= student.calculate_average()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f"合計: {total}点"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f"平均: {avg:.1f}点"</a:t>
            </a:r>
            <a:pPr indent="0" marL="0">
              <a:buNone/>
            </a:pP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37760" y="1188720"/>
            <a:ext cx="374904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89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実行結果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212080" y="2103120"/>
            <a:ext cx="3200400" cy="21031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228600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合計: 253点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平均: 84.3点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73152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371600" y="310896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クラスは「モノの設計図」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インスタンスは設計図から作った「実体」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属性はデータ、メソッドは機能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Tkinterアプリで実践してみよう！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Pythonのクラス入門 - 成績表アプリで学ぶ</dc:title>
  <dc:subject>PptxGenJS Presentation</dc:subject>
  <dc:creator>Python学習教材</dc:creator>
  <cp:lastModifiedBy>Python学習教材</cp:lastModifiedBy>
  <cp:revision>1</cp:revision>
  <dcterms:created xsi:type="dcterms:W3CDTF">2026-02-03T07:16:13Z</dcterms:created>
  <dcterms:modified xsi:type="dcterms:W3CDTF">2026-02-03T07:16:13Z</dcterms:modified>
</cp:coreProperties>
</file>