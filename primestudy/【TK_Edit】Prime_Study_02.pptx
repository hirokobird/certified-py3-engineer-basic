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57" r:id="rId1"/>
    <p:sldMasterId id="2147483660" r:id="rId2"/>
  </p:sldMasterIdLst>
  <p:notesMasterIdLst>
    <p:notesMasterId r:id="rId20"/>
  </p:notesMasterIdLst>
  <p:handoutMasterIdLst>
    <p:handoutMasterId r:id="rId21"/>
  </p:handoutMasterIdLst>
  <p:sldIdLst>
    <p:sldId id="300" r:id="rId3"/>
    <p:sldId id="301" r:id="rId4"/>
    <p:sldId id="302" r:id="rId5"/>
    <p:sldId id="303" r:id="rId6"/>
    <p:sldId id="304" r:id="rId7"/>
    <p:sldId id="306" r:id="rId8"/>
    <p:sldId id="318" r:id="rId9"/>
    <p:sldId id="307" r:id="rId10"/>
    <p:sldId id="309" r:id="rId11"/>
    <p:sldId id="310" r:id="rId12"/>
    <p:sldId id="311" r:id="rId13"/>
    <p:sldId id="312" r:id="rId14"/>
    <p:sldId id="313" r:id="rId15"/>
    <p:sldId id="314" r:id="rId16"/>
    <p:sldId id="315" r:id="rId17"/>
    <p:sldId id="316" r:id="rId18"/>
    <p:sldId id="317" r:id="rId19"/>
  </p:sldIdLst>
  <p:sldSz cx="18288000" cy="10287000"/>
  <p:notesSz cx="6858000" cy="9144000"/>
  <p:defaultTextStyle>
    <a:defPPr>
      <a:defRPr lang="en-US"/>
    </a:defPPr>
    <a:lvl1pPr marL="0" algn="l" defTabSz="1371600" rtl="0" eaLnBrk="1" latinLnBrk="0" hangingPunct="1">
      <a:defRPr sz="2700" kern="1200">
        <a:solidFill>
          <a:schemeClr val="tx1"/>
        </a:solidFill>
        <a:latin typeface="+mn-lt"/>
        <a:ea typeface="+mn-ea"/>
        <a:cs typeface="+mn-cs"/>
      </a:defRPr>
    </a:lvl1pPr>
    <a:lvl2pPr marL="685800" algn="l" defTabSz="1371600" rtl="0" eaLnBrk="1" latinLnBrk="0" hangingPunct="1">
      <a:defRPr sz="2700" kern="1200">
        <a:solidFill>
          <a:schemeClr val="tx1"/>
        </a:solidFill>
        <a:latin typeface="+mn-lt"/>
        <a:ea typeface="+mn-ea"/>
        <a:cs typeface="+mn-cs"/>
      </a:defRPr>
    </a:lvl2pPr>
    <a:lvl3pPr marL="1371600" algn="l" defTabSz="1371600" rtl="0" eaLnBrk="1" latinLnBrk="0" hangingPunct="1">
      <a:defRPr sz="2700" kern="1200">
        <a:solidFill>
          <a:schemeClr val="tx1"/>
        </a:solidFill>
        <a:latin typeface="+mn-lt"/>
        <a:ea typeface="+mn-ea"/>
        <a:cs typeface="+mn-cs"/>
      </a:defRPr>
    </a:lvl3pPr>
    <a:lvl4pPr marL="2057400" algn="l" defTabSz="1371600" rtl="0" eaLnBrk="1" latinLnBrk="0" hangingPunct="1">
      <a:defRPr sz="2700" kern="1200">
        <a:solidFill>
          <a:schemeClr val="tx1"/>
        </a:solidFill>
        <a:latin typeface="+mn-lt"/>
        <a:ea typeface="+mn-ea"/>
        <a:cs typeface="+mn-cs"/>
      </a:defRPr>
    </a:lvl4pPr>
    <a:lvl5pPr marL="2743200" algn="l" defTabSz="1371600" rtl="0" eaLnBrk="1" latinLnBrk="0" hangingPunct="1">
      <a:defRPr sz="2700" kern="1200">
        <a:solidFill>
          <a:schemeClr val="tx1"/>
        </a:solidFill>
        <a:latin typeface="+mn-lt"/>
        <a:ea typeface="+mn-ea"/>
        <a:cs typeface="+mn-cs"/>
      </a:defRPr>
    </a:lvl5pPr>
    <a:lvl6pPr marL="3429000" algn="l" defTabSz="1371600" rtl="0" eaLnBrk="1" latinLnBrk="0" hangingPunct="1">
      <a:defRPr sz="2700" kern="1200">
        <a:solidFill>
          <a:schemeClr val="tx1"/>
        </a:solidFill>
        <a:latin typeface="+mn-lt"/>
        <a:ea typeface="+mn-ea"/>
        <a:cs typeface="+mn-cs"/>
      </a:defRPr>
    </a:lvl6pPr>
    <a:lvl7pPr marL="4114800" algn="l" defTabSz="1371600" rtl="0" eaLnBrk="1" latinLnBrk="0" hangingPunct="1">
      <a:defRPr sz="2700" kern="1200">
        <a:solidFill>
          <a:schemeClr val="tx1"/>
        </a:solidFill>
        <a:latin typeface="+mn-lt"/>
        <a:ea typeface="+mn-ea"/>
        <a:cs typeface="+mn-cs"/>
      </a:defRPr>
    </a:lvl7pPr>
    <a:lvl8pPr marL="4800600" algn="l" defTabSz="1371600" rtl="0" eaLnBrk="1" latinLnBrk="0" hangingPunct="1">
      <a:defRPr sz="2700" kern="1200">
        <a:solidFill>
          <a:schemeClr val="tx1"/>
        </a:solidFill>
        <a:latin typeface="+mn-lt"/>
        <a:ea typeface="+mn-ea"/>
        <a:cs typeface="+mn-cs"/>
      </a:defRPr>
    </a:lvl8pPr>
    <a:lvl9pPr marL="5486400" algn="l" defTabSz="1371600" rtl="0" eaLnBrk="1" latinLnBrk="0" hangingPunct="1">
      <a:defRPr sz="27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3240">
          <p15:clr>
            <a:srgbClr val="A4A3A4"/>
          </p15:clr>
        </p15:guide>
        <p15:guide id="2" pos="576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F1F1F"/>
    <a:srgbClr val="0066FF"/>
    <a:srgbClr val="FFFFFF"/>
    <a:srgbClr val="3399FF"/>
    <a:srgbClr val="99CCFF"/>
    <a:srgbClr val="FF6600"/>
    <a:srgbClr val="0099FF"/>
    <a:srgbClr val="D6926B"/>
    <a:srgbClr val="000000"/>
    <a:srgbClr val="FFCC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間スタイル 2 - アクセント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7DF18680-E054-41AD-8BC1-D1AEF772440D}" styleName="中間スタイル 2 - アクセント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FABFCF23-3B69-468F-B69F-88F6DE6A72F2}" styleName="中間スタイル 1 - アクセント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5">
              <a:tint val="20000"/>
            </a:schemeClr>
          </a:solidFill>
        </a:fill>
      </a:tcStyle>
    </a:band1H>
    <a:band1V>
      <a:tcStyle>
        <a:tcBdr/>
        <a:fill>
          <a:solidFill>
            <a:schemeClr val="accent5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firstRow>
  </a:tblStyle>
  <a:tblStyle styleId="{74C1A8A3-306A-4EB7-A6B1-4F7E0EB9C5D6}" styleName="中間スタイル 3 - アクセント 5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5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1808" autoAdjust="0"/>
    <p:restoredTop sz="94660"/>
  </p:normalViewPr>
  <p:slideViewPr>
    <p:cSldViewPr snapToGrid="0">
      <p:cViewPr varScale="1">
        <p:scale>
          <a:sx n="55" d="100"/>
          <a:sy n="55" d="100"/>
        </p:scale>
        <p:origin x="835" y="43"/>
      </p:cViewPr>
      <p:guideLst>
        <p:guide orient="horz" pos="3240"/>
        <p:guide pos="576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89" d="100"/>
          <a:sy n="89" d="100"/>
        </p:scale>
        <p:origin x="2982" y="108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3" Type="http://schemas.openxmlformats.org/officeDocument/2006/relationships/slide" Target="slides/slide1.xml"/><Relationship Id="rId21" Type="http://schemas.openxmlformats.org/officeDocument/2006/relationships/handoutMaster" Target="handoutMasters/handoutMaster1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tableStyles" Target="tableStyles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theme" Target="theme/theme1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viewProps" Target="viewProps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ヘッダー プレースホルダー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日付プレースホルダー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0DB6074-3ABC-45E1-B916-FEC97060DD13}" type="datetimeFigureOut">
              <a:rPr lang="en-US" smtClean="0"/>
              <a:t>9/11/2025</a:t>
            </a:fld>
            <a:endParaRPr lang="en-US"/>
          </a:p>
        </p:txBody>
      </p:sp>
      <p:sp>
        <p:nvSpPr>
          <p:cNvPr id="4" name="フッター プレースホルダー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スライド番号プレースホルダー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01DD687-6233-47B9-B4B4-25AECA70699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5086952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ヘッダー プレースホルダー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日付プレースホルダー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FD09915-3BD3-4C61-BDA5-20689B9856F8}" type="datetimeFigureOut">
              <a:rPr lang="en-US" smtClean="0"/>
              <a:t>9/11/2025</a:t>
            </a:fld>
            <a:endParaRPr lang="en-US"/>
          </a:p>
        </p:txBody>
      </p:sp>
      <p:sp>
        <p:nvSpPr>
          <p:cNvPr id="4" name="スライド イメージ プレースホルダー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ノート プレースホルダー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/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8129B96-90C9-4C4A-9463-7040911BA0B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498969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13716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685800" algn="l" defTabSz="13716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1371600" algn="l" defTabSz="13716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2057400" algn="l" defTabSz="13716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2743200" algn="l" defTabSz="13716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3429000" algn="l" defTabSz="13716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4114800" algn="l" defTabSz="13716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4800600" algn="l" defTabSz="13716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5486400" algn="l" defTabSz="13716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ctrTitle" hasCustomPrompt="1"/>
          </p:nvPr>
        </p:nvSpPr>
        <p:spPr>
          <a:xfrm>
            <a:off x="2273300" y="3302000"/>
            <a:ext cx="13728700" cy="3586192"/>
          </a:xfrm>
          <a:prstGeom prst="rect">
            <a:avLst/>
          </a:prstGeom>
        </p:spPr>
        <p:txBody>
          <a:bodyPr anchor="b">
            <a:noAutofit/>
          </a:bodyPr>
          <a:lstStyle>
            <a:lvl1pPr algn="l">
              <a:lnSpc>
                <a:spcPts val="12000"/>
              </a:lnSpc>
              <a:defRPr sz="1500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A-OTF Gothic BBB Pro Medium" panose="020B0400000000000000" pitchFamily="34" charset="-128"/>
                <a:cs typeface="A-OTF Gothic BBB Pro Medium" panose="020B0400000000000000" pitchFamily="34" charset="-128"/>
              </a:defRPr>
            </a:lvl1pPr>
          </a:lstStyle>
          <a:p>
            <a:r>
              <a:rPr lang="en-US" dirty="0"/>
              <a:t>Presentation</a:t>
            </a:r>
            <a:br>
              <a:rPr lang="en-US" dirty="0"/>
            </a:br>
            <a:r>
              <a:rPr lang="en-US" dirty="0"/>
              <a:t>Title</a:t>
            </a:r>
          </a:p>
        </p:txBody>
      </p:sp>
      <p:sp>
        <p:nvSpPr>
          <p:cNvPr id="3" name="サブタイトル 2"/>
          <p:cNvSpPr>
            <a:spLocks noGrp="1"/>
          </p:cNvSpPr>
          <p:nvPr>
            <p:ph type="subTitle" idx="1" hasCustomPrompt="1"/>
          </p:nvPr>
        </p:nvSpPr>
        <p:spPr>
          <a:xfrm>
            <a:off x="2286000" y="7019632"/>
            <a:ext cx="13716000" cy="613067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>
              <a:buNone/>
              <a:defRPr sz="4400" baseline="0">
                <a:solidFill>
                  <a:srgbClr val="FF6600"/>
                </a:solidFill>
                <a:latin typeface="+mj-lt"/>
                <a:ea typeface="A-OTF Gothic BBB Pro Medium" panose="020B0400000000000000" pitchFamily="34" charset="-128"/>
                <a:cs typeface="Clear Sans Light" panose="020B0303030202020304" pitchFamily="34" charset="0"/>
              </a:defRPr>
            </a:lvl1pPr>
            <a:lvl2pPr marL="685800" indent="0" algn="ctr">
              <a:buNone/>
              <a:defRPr sz="3000"/>
            </a:lvl2pPr>
            <a:lvl3pPr marL="1371600" indent="0" algn="ctr">
              <a:buNone/>
              <a:defRPr sz="2700"/>
            </a:lvl3pPr>
            <a:lvl4pPr marL="2057400" indent="0" algn="ctr">
              <a:buNone/>
              <a:defRPr sz="2400"/>
            </a:lvl4pPr>
            <a:lvl5pPr marL="2743200" indent="0" algn="ctr">
              <a:buNone/>
              <a:defRPr sz="2400"/>
            </a:lvl5pPr>
            <a:lvl6pPr marL="3429000" indent="0" algn="ctr">
              <a:buNone/>
              <a:defRPr sz="2400"/>
            </a:lvl6pPr>
            <a:lvl7pPr marL="4114800" indent="0" algn="ctr">
              <a:buNone/>
              <a:defRPr sz="2400"/>
            </a:lvl7pPr>
            <a:lvl8pPr marL="4800600" indent="0" algn="ctr">
              <a:buNone/>
              <a:defRPr sz="2400"/>
            </a:lvl8pPr>
            <a:lvl9pPr marL="5486400" indent="0" algn="ctr">
              <a:buNone/>
              <a:defRPr sz="2400"/>
            </a:lvl9pPr>
          </a:lstStyle>
          <a:p>
            <a:r>
              <a:rPr lang="en-US" altLang="ja-JP" dirty="0"/>
              <a:t>Author or subtitle here</a:t>
            </a:r>
            <a:endParaRPr lang="en-US" dirty="0"/>
          </a:p>
        </p:txBody>
      </p:sp>
      <p:sp>
        <p:nvSpPr>
          <p:cNvPr id="4" name="日付プレースホルダー 3"/>
          <p:cNvSpPr>
            <a:spLocks noGrp="1"/>
          </p:cNvSpPr>
          <p:nvPr>
            <p:ph type="dt" sz="half" idx="10"/>
          </p:nvPr>
        </p:nvSpPr>
        <p:spPr>
          <a:xfrm>
            <a:off x="2260600" y="7511113"/>
            <a:ext cx="13716000" cy="379919"/>
          </a:xfrm>
          <a:prstGeom prst="rect">
            <a:avLst/>
          </a:prstGeom>
        </p:spPr>
        <p:txBody>
          <a:bodyPr/>
          <a:lstStyle>
            <a:lvl1pPr algn="l">
              <a:defRPr sz="3200">
                <a:solidFill>
                  <a:schemeClr val="tx1">
                    <a:lumMod val="50000"/>
                    <a:lumOff val="50000"/>
                  </a:schemeClr>
                </a:solidFill>
                <a:latin typeface="+mj-lt"/>
                <a:ea typeface="A-OTF Gothic BBB Pro Medium" panose="020B0400000000000000" pitchFamily="34" charset="-128"/>
                <a:cs typeface="Clear Sans Light" panose="020B0303030202020304" pitchFamily="34" charset="0"/>
              </a:defRPr>
            </a:lvl1pPr>
          </a:lstStyle>
          <a:p>
            <a:endParaRPr lang="en-US" dirty="0"/>
          </a:p>
        </p:txBody>
      </p:sp>
      <p:cxnSp>
        <p:nvCxnSpPr>
          <p:cNvPr id="6" name="直線コネクタ 5"/>
          <p:cNvCxnSpPr/>
          <p:nvPr userDrawn="1"/>
        </p:nvCxnSpPr>
        <p:spPr>
          <a:xfrm>
            <a:off x="2286000" y="6856652"/>
            <a:ext cx="13716000" cy="0"/>
          </a:xfrm>
          <a:prstGeom prst="line">
            <a:avLst/>
          </a:prstGeom>
          <a:ln w="19050">
            <a:solidFill>
              <a:srgbClr val="FF660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7879865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ub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ctrTitle" hasCustomPrompt="1"/>
          </p:nvPr>
        </p:nvSpPr>
        <p:spPr>
          <a:xfrm>
            <a:off x="4572000" y="6203398"/>
            <a:ext cx="13703862" cy="1745964"/>
          </a:xfrm>
          <a:prstGeom prst="rect">
            <a:avLst/>
          </a:prstGeom>
        </p:spPr>
        <p:txBody>
          <a:bodyPr anchor="b">
            <a:noAutofit/>
          </a:bodyPr>
          <a:lstStyle>
            <a:lvl1pPr algn="l">
              <a:defRPr sz="6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A-OTF Gothic BBB Pro Medium" panose="020B0400000000000000" pitchFamily="34" charset="-128"/>
                <a:cs typeface="A-OTF Gothic BBB Pro Medium" panose="020B0400000000000000" pitchFamily="34" charset="-128"/>
              </a:defRPr>
            </a:lvl1pPr>
          </a:lstStyle>
          <a:p>
            <a:r>
              <a:rPr lang="en-US" dirty="0"/>
              <a:t>Subtitle Here</a:t>
            </a:r>
          </a:p>
        </p:txBody>
      </p:sp>
      <p:sp>
        <p:nvSpPr>
          <p:cNvPr id="3" name="サブタイトル 2"/>
          <p:cNvSpPr>
            <a:spLocks noGrp="1"/>
          </p:cNvSpPr>
          <p:nvPr>
            <p:ph type="subTitle" idx="1" hasCustomPrompt="1"/>
          </p:nvPr>
        </p:nvSpPr>
        <p:spPr>
          <a:xfrm>
            <a:off x="4559862" y="7911791"/>
            <a:ext cx="13716000" cy="445226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l">
              <a:buNone/>
              <a:defRPr sz="3000" baseline="0">
                <a:solidFill>
                  <a:srgbClr val="FF6600"/>
                </a:solidFill>
                <a:latin typeface="+mj-lt"/>
                <a:ea typeface="A-OTF Gothic BBB Pro Medium" panose="020B0400000000000000" pitchFamily="34" charset="-128"/>
                <a:cs typeface="Clear Sans Light" panose="020B0303030202020304" pitchFamily="34" charset="0"/>
              </a:defRPr>
            </a:lvl1pPr>
            <a:lvl2pPr marL="685800" indent="0" algn="ctr">
              <a:buNone/>
              <a:defRPr sz="3000"/>
            </a:lvl2pPr>
            <a:lvl3pPr marL="1371600" indent="0" algn="ctr">
              <a:buNone/>
              <a:defRPr sz="2700"/>
            </a:lvl3pPr>
            <a:lvl4pPr marL="2057400" indent="0" algn="ctr">
              <a:buNone/>
              <a:defRPr sz="2400"/>
            </a:lvl4pPr>
            <a:lvl5pPr marL="2743200" indent="0" algn="ctr">
              <a:buNone/>
              <a:defRPr sz="2400"/>
            </a:lvl5pPr>
            <a:lvl6pPr marL="3429000" indent="0" algn="ctr">
              <a:buNone/>
              <a:defRPr sz="2400"/>
            </a:lvl6pPr>
            <a:lvl7pPr marL="4114800" indent="0" algn="ctr">
              <a:buNone/>
              <a:defRPr sz="2400"/>
            </a:lvl7pPr>
            <a:lvl8pPr marL="4800600" indent="0" algn="ctr">
              <a:buNone/>
              <a:defRPr sz="2400"/>
            </a:lvl8pPr>
            <a:lvl9pPr marL="5486400" indent="0" algn="ctr">
              <a:buNone/>
              <a:defRPr sz="2400"/>
            </a:lvl9pPr>
          </a:lstStyle>
          <a:p>
            <a:r>
              <a:rPr lang="en-US" altLang="ja-JP" dirty="0"/>
              <a:t>A brief description here</a:t>
            </a:r>
            <a:endParaRPr lang="en-US" dirty="0"/>
          </a:p>
        </p:txBody>
      </p:sp>
      <p:cxnSp>
        <p:nvCxnSpPr>
          <p:cNvPr id="6" name="直線コネクタ 5"/>
          <p:cNvCxnSpPr/>
          <p:nvPr userDrawn="1"/>
        </p:nvCxnSpPr>
        <p:spPr>
          <a:xfrm>
            <a:off x="4572000" y="7829045"/>
            <a:ext cx="13716000" cy="0"/>
          </a:xfrm>
          <a:prstGeom prst="line">
            <a:avLst/>
          </a:prstGeom>
          <a:ln w="19050">
            <a:solidFill>
              <a:srgbClr val="FF660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2682908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pact - Single 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タイトル 1"/>
          <p:cNvSpPr>
            <a:spLocks noGrp="1"/>
          </p:cNvSpPr>
          <p:nvPr>
            <p:ph type="ctrTitle" hasCustomPrompt="1"/>
          </p:nvPr>
        </p:nvSpPr>
        <p:spPr>
          <a:xfrm>
            <a:off x="1132115" y="3614057"/>
            <a:ext cx="15748000" cy="2786740"/>
          </a:xfrm>
          <a:prstGeom prst="rect">
            <a:avLst/>
          </a:prstGeom>
        </p:spPr>
        <p:txBody>
          <a:bodyPr anchor="b">
            <a:noAutofit/>
          </a:bodyPr>
          <a:lstStyle>
            <a:lvl1pPr algn="l">
              <a:defRPr sz="1800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A-OTF Gothic BBB Pro Medium" panose="020B0400000000000000" pitchFamily="34" charset="-128"/>
                <a:cs typeface="A-OTF Gothic BBB Pro Medium" panose="020B0400000000000000" pitchFamily="34" charset="-128"/>
              </a:defRPr>
            </a:lvl1pPr>
          </a:lstStyle>
          <a:p>
            <a:r>
              <a:rPr lang="en-US" dirty="0"/>
              <a:t>Text here</a:t>
            </a:r>
          </a:p>
        </p:txBody>
      </p:sp>
      <p:sp>
        <p:nvSpPr>
          <p:cNvPr id="4" name="サブタイトル 2"/>
          <p:cNvSpPr>
            <a:spLocks noGrp="1"/>
          </p:cNvSpPr>
          <p:nvPr>
            <p:ph type="subTitle" idx="1" hasCustomPrompt="1"/>
          </p:nvPr>
        </p:nvSpPr>
        <p:spPr>
          <a:xfrm>
            <a:off x="1132115" y="6110512"/>
            <a:ext cx="13716000" cy="1016000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>
              <a:buNone/>
              <a:defRPr sz="6000" baseline="0">
                <a:solidFill>
                  <a:srgbClr val="FF6600"/>
                </a:solidFill>
                <a:latin typeface="+mj-lt"/>
                <a:ea typeface="A-OTF Gothic BBB Pro Medium" panose="020B0400000000000000" pitchFamily="34" charset="-128"/>
                <a:cs typeface="Clear Sans Light" panose="020B0303030202020304" pitchFamily="34" charset="0"/>
              </a:defRPr>
            </a:lvl1pPr>
            <a:lvl2pPr marL="685800" indent="0" algn="ctr">
              <a:buNone/>
              <a:defRPr sz="3000"/>
            </a:lvl2pPr>
            <a:lvl3pPr marL="1371600" indent="0" algn="ctr">
              <a:buNone/>
              <a:defRPr sz="2700"/>
            </a:lvl3pPr>
            <a:lvl4pPr marL="2057400" indent="0" algn="ctr">
              <a:buNone/>
              <a:defRPr sz="2400"/>
            </a:lvl4pPr>
            <a:lvl5pPr marL="2743200" indent="0" algn="ctr">
              <a:buNone/>
              <a:defRPr sz="2400"/>
            </a:lvl5pPr>
            <a:lvl6pPr marL="3429000" indent="0" algn="ctr">
              <a:buNone/>
              <a:defRPr sz="2400"/>
            </a:lvl6pPr>
            <a:lvl7pPr marL="4114800" indent="0" algn="ctr">
              <a:buNone/>
              <a:defRPr sz="2400"/>
            </a:lvl7pPr>
            <a:lvl8pPr marL="4800600" indent="0" algn="ctr">
              <a:buNone/>
              <a:defRPr sz="2400"/>
            </a:lvl8pPr>
            <a:lvl9pPr marL="5486400" indent="0" algn="ctr">
              <a:buNone/>
              <a:defRPr sz="2400"/>
            </a:lvl9pPr>
          </a:lstStyle>
          <a:p>
            <a:r>
              <a:rPr lang="en-US" altLang="ja-JP" dirty="0"/>
              <a:t>Text here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4823392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pact - Double Lin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タイトル 1"/>
          <p:cNvSpPr>
            <a:spLocks noGrp="1"/>
          </p:cNvSpPr>
          <p:nvPr>
            <p:ph type="ctrTitle" hasCustomPrompt="1"/>
          </p:nvPr>
        </p:nvSpPr>
        <p:spPr>
          <a:xfrm>
            <a:off x="1132115" y="2148114"/>
            <a:ext cx="15748000" cy="4934854"/>
          </a:xfrm>
          <a:prstGeom prst="rect">
            <a:avLst/>
          </a:prstGeom>
        </p:spPr>
        <p:txBody>
          <a:bodyPr anchor="b">
            <a:noAutofit/>
          </a:bodyPr>
          <a:lstStyle>
            <a:lvl1pPr algn="l">
              <a:lnSpc>
                <a:spcPts val="15000"/>
              </a:lnSpc>
              <a:defRPr sz="1800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A-OTF Gothic BBB Pro Medium" panose="020B0400000000000000" pitchFamily="34" charset="-128"/>
                <a:cs typeface="A-OTF Gothic BBB Pro Medium" panose="020B0400000000000000" pitchFamily="34" charset="-128"/>
              </a:defRPr>
            </a:lvl1pPr>
          </a:lstStyle>
          <a:p>
            <a:r>
              <a:rPr lang="en-US" dirty="0"/>
              <a:t>Text </a:t>
            </a:r>
            <a:br>
              <a:rPr lang="en-US" dirty="0"/>
            </a:br>
            <a:r>
              <a:rPr lang="en-US" dirty="0"/>
              <a:t>here</a:t>
            </a:r>
          </a:p>
        </p:txBody>
      </p:sp>
      <p:sp>
        <p:nvSpPr>
          <p:cNvPr id="4" name="サブタイトル 2"/>
          <p:cNvSpPr>
            <a:spLocks noGrp="1"/>
          </p:cNvSpPr>
          <p:nvPr>
            <p:ph type="subTitle" idx="1" hasCustomPrompt="1"/>
          </p:nvPr>
        </p:nvSpPr>
        <p:spPr>
          <a:xfrm>
            <a:off x="1132115" y="6792683"/>
            <a:ext cx="13716000" cy="1016000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>
              <a:buNone/>
              <a:defRPr sz="6000" baseline="0">
                <a:solidFill>
                  <a:srgbClr val="FF6600"/>
                </a:solidFill>
                <a:latin typeface="+mj-lt"/>
                <a:ea typeface="A-OTF Gothic BBB Pro Medium" panose="020B0400000000000000" pitchFamily="34" charset="-128"/>
                <a:cs typeface="Clear Sans Light" panose="020B0303030202020304" pitchFamily="34" charset="0"/>
              </a:defRPr>
            </a:lvl1pPr>
            <a:lvl2pPr marL="685800" indent="0" algn="ctr">
              <a:buNone/>
              <a:defRPr sz="3000"/>
            </a:lvl2pPr>
            <a:lvl3pPr marL="1371600" indent="0" algn="ctr">
              <a:buNone/>
              <a:defRPr sz="2700"/>
            </a:lvl3pPr>
            <a:lvl4pPr marL="2057400" indent="0" algn="ctr">
              <a:buNone/>
              <a:defRPr sz="2400"/>
            </a:lvl4pPr>
            <a:lvl5pPr marL="2743200" indent="0" algn="ctr">
              <a:buNone/>
              <a:defRPr sz="2400"/>
            </a:lvl5pPr>
            <a:lvl6pPr marL="3429000" indent="0" algn="ctr">
              <a:buNone/>
              <a:defRPr sz="2400"/>
            </a:lvl6pPr>
            <a:lvl7pPr marL="4114800" indent="0" algn="ctr">
              <a:buNone/>
              <a:defRPr sz="2400"/>
            </a:lvl7pPr>
            <a:lvl8pPr marL="4800600" indent="0" algn="ctr">
              <a:buNone/>
              <a:defRPr sz="2400"/>
            </a:lvl8pPr>
            <a:lvl9pPr marL="5486400" indent="0" algn="ctr">
              <a:buNone/>
              <a:defRPr sz="2400"/>
            </a:lvl9pPr>
          </a:lstStyle>
          <a:p>
            <a:r>
              <a:rPr lang="en-US" altLang="ja-JP" dirty="0"/>
              <a:t>Text here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5124025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pact - Separate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正方形/長方形 4"/>
          <p:cNvSpPr/>
          <p:nvPr userDrawn="1"/>
        </p:nvSpPr>
        <p:spPr>
          <a:xfrm>
            <a:off x="10508342" y="0"/>
            <a:ext cx="7779657" cy="10287000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4050"/>
          </a:p>
        </p:txBody>
      </p:sp>
      <p:sp>
        <p:nvSpPr>
          <p:cNvPr id="3" name="タイトル 1"/>
          <p:cNvSpPr>
            <a:spLocks noGrp="1"/>
          </p:cNvSpPr>
          <p:nvPr>
            <p:ph type="ctrTitle" hasCustomPrompt="1"/>
          </p:nvPr>
        </p:nvSpPr>
        <p:spPr>
          <a:xfrm>
            <a:off x="290286" y="580571"/>
            <a:ext cx="9898743" cy="9231086"/>
          </a:xfrm>
          <a:prstGeom prst="rect">
            <a:avLst/>
          </a:prstGeom>
        </p:spPr>
        <p:txBody>
          <a:bodyPr anchor="ctr">
            <a:noAutofit/>
          </a:bodyPr>
          <a:lstStyle>
            <a:lvl1pPr algn="r">
              <a:lnSpc>
                <a:spcPts val="13000"/>
              </a:lnSpc>
              <a:defRPr sz="1600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A-OTF Gothic BBB Pro Medium" panose="020B0400000000000000" pitchFamily="34" charset="-128"/>
                <a:cs typeface="A-OTF Gothic BBB Pro Medium" panose="020B0400000000000000" pitchFamily="34" charset="-128"/>
              </a:defRPr>
            </a:lvl1pPr>
          </a:lstStyle>
          <a:p>
            <a:r>
              <a:rPr lang="en-US" dirty="0"/>
              <a:t>TEXt </a:t>
            </a:r>
            <a:br>
              <a:rPr lang="en-US" dirty="0"/>
            </a:br>
            <a:r>
              <a:rPr lang="en-US" dirty="0"/>
              <a:t>here</a:t>
            </a:r>
          </a:p>
        </p:txBody>
      </p:sp>
      <p:sp>
        <p:nvSpPr>
          <p:cNvPr id="4" name="サブタイトル 2"/>
          <p:cNvSpPr>
            <a:spLocks noGrp="1"/>
          </p:cNvSpPr>
          <p:nvPr>
            <p:ph type="subTitle" idx="1" hasCustomPrompt="1"/>
          </p:nvPr>
        </p:nvSpPr>
        <p:spPr>
          <a:xfrm>
            <a:off x="10769598" y="580571"/>
            <a:ext cx="7024915" cy="9231086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 algn="l">
              <a:lnSpc>
                <a:spcPts val="4000"/>
              </a:lnSpc>
              <a:buNone/>
              <a:defRPr sz="6000" baseline="0">
                <a:solidFill>
                  <a:srgbClr val="FF6600"/>
                </a:solidFill>
                <a:latin typeface="+mj-lt"/>
                <a:ea typeface="A-OTF Gothic BBB Pro Medium" panose="020B0400000000000000" pitchFamily="34" charset="-128"/>
                <a:cs typeface="Clear Sans Light" panose="020B0303030202020304" pitchFamily="34" charset="0"/>
              </a:defRPr>
            </a:lvl1pPr>
            <a:lvl2pPr marL="685800" indent="0" algn="ctr">
              <a:buNone/>
              <a:defRPr sz="3000"/>
            </a:lvl2pPr>
            <a:lvl3pPr marL="1371600" indent="0" algn="ctr">
              <a:buNone/>
              <a:defRPr sz="2700"/>
            </a:lvl3pPr>
            <a:lvl4pPr marL="2057400" indent="0" algn="ctr">
              <a:buNone/>
              <a:defRPr sz="2400"/>
            </a:lvl4pPr>
            <a:lvl5pPr marL="2743200" indent="0" algn="ctr">
              <a:buNone/>
              <a:defRPr sz="2400"/>
            </a:lvl5pPr>
            <a:lvl6pPr marL="3429000" indent="0" algn="ctr">
              <a:buNone/>
              <a:defRPr sz="2400"/>
            </a:lvl6pPr>
            <a:lvl7pPr marL="4114800" indent="0" algn="ctr">
              <a:buNone/>
              <a:defRPr sz="2400"/>
            </a:lvl7pPr>
            <a:lvl8pPr marL="4800600" indent="0" algn="ctr">
              <a:buNone/>
              <a:defRPr sz="2400"/>
            </a:lvl8pPr>
            <a:lvl9pPr marL="5486400" indent="0" algn="ctr">
              <a:buNone/>
              <a:defRPr sz="2400"/>
            </a:lvl9pPr>
          </a:lstStyle>
          <a:p>
            <a:r>
              <a:rPr lang="en-US" altLang="ja-JP" dirty="0"/>
              <a:t>Text here</a:t>
            </a:r>
          </a:p>
          <a:p>
            <a:r>
              <a:rPr lang="en-US" dirty="0"/>
              <a:t>Text Here</a:t>
            </a:r>
          </a:p>
        </p:txBody>
      </p:sp>
    </p:spTree>
    <p:extLst>
      <p:ext uri="{BB962C8B-B14F-4D97-AF65-F5344CB8AC3E}">
        <p14:creationId xmlns:p14="http://schemas.microsoft.com/office/powerpoint/2010/main" val="337200176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Norm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 hasCustomPrompt="1"/>
          </p:nvPr>
        </p:nvSpPr>
        <p:spPr>
          <a:xfrm>
            <a:off x="484675" y="132353"/>
            <a:ext cx="17646914" cy="770016"/>
          </a:xfrm>
          <a:prstGeom prst="rect">
            <a:avLst/>
          </a:prstGeom>
        </p:spPr>
        <p:txBody>
          <a:bodyPr anchor="t"/>
          <a:lstStyle>
            <a:lvl1pPr>
              <a:defRPr baseline="0">
                <a:latin typeface="+mj-lt"/>
              </a:defRPr>
            </a:lvl1pPr>
          </a:lstStyle>
          <a:p>
            <a:r>
              <a:rPr lang="en-US" dirty="0"/>
              <a:t>Slide Title Here</a:t>
            </a:r>
          </a:p>
        </p:txBody>
      </p:sp>
      <p:sp>
        <p:nvSpPr>
          <p:cNvPr id="3" name="フッター プレースホルダー 2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>
                <a:latin typeface="+mj-lt"/>
              </a:defRPr>
            </a:lvl1pPr>
          </a:lstStyle>
          <a:p>
            <a:r>
              <a:rPr lang="en-US"/>
              <a:t>Time and Attendance</a:t>
            </a:r>
            <a:endParaRPr lang="en-US" dirty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latin typeface="+mj-lt"/>
              </a:defRPr>
            </a:lvl1pPr>
          </a:lstStyle>
          <a:p>
            <a:fld id="{DAEF4D36-AE85-49C9-90DE-66D02B257272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6" name="サブタイトル 2"/>
          <p:cNvSpPr>
            <a:spLocks noGrp="1"/>
          </p:cNvSpPr>
          <p:nvPr>
            <p:ph type="subTitle" idx="1" hasCustomPrompt="1"/>
          </p:nvPr>
        </p:nvSpPr>
        <p:spPr>
          <a:xfrm>
            <a:off x="484675" y="908365"/>
            <a:ext cx="17646914" cy="445226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l">
              <a:buNone/>
              <a:defRPr sz="3000" baseline="0">
                <a:solidFill>
                  <a:srgbClr val="FF6600"/>
                </a:solidFill>
                <a:latin typeface="+mj-lt"/>
                <a:ea typeface="A-OTF Gothic BBB Pro Medium" panose="020B0400000000000000" pitchFamily="34" charset="-128"/>
                <a:cs typeface="Clear Sans Light" panose="020B0303030202020304" pitchFamily="34" charset="0"/>
              </a:defRPr>
            </a:lvl1pPr>
            <a:lvl2pPr marL="685800" indent="0" algn="ctr">
              <a:buNone/>
              <a:defRPr sz="3000"/>
            </a:lvl2pPr>
            <a:lvl3pPr marL="1371600" indent="0" algn="ctr">
              <a:buNone/>
              <a:defRPr sz="2700"/>
            </a:lvl3pPr>
            <a:lvl4pPr marL="2057400" indent="0" algn="ctr">
              <a:buNone/>
              <a:defRPr sz="2400"/>
            </a:lvl4pPr>
            <a:lvl5pPr marL="2743200" indent="0" algn="ctr">
              <a:buNone/>
              <a:defRPr sz="2400"/>
            </a:lvl5pPr>
            <a:lvl6pPr marL="3429000" indent="0" algn="ctr">
              <a:buNone/>
              <a:defRPr sz="2400"/>
            </a:lvl6pPr>
            <a:lvl7pPr marL="4114800" indent="0" algn="ctr">
              <a:buNone/>
              <a:defRPr sz="2400"/>
            </a:lvl7pPr>
            <a:lvl8pPr marL="4800600" indent="0" algn="ctr">
              <a:buNone/>
              <a:defRPr sz="2400"/>
            </a:lvl8pPr>
            <a:lvl9pPr marL="5486400" indent="0" algn="ctr">
              <a:buNone/>
              <a:defRPr sz="2400"/>
            </a:lvl9pPr>
          </a:lstStyle>
          <a:p>
            <a:r>
              <a:rPr lang="en-US" altLang="ja-JP" dirty="0"/>
              <a:t>A brief description here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7213016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ingl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 hasCustomPrompt="1"/>
          </p:nvPr>
        </p:nvSpPr>
        <p:spPr>
          <a:xfrm>
            <a:off x="484675" y="132353"/>
            <a:ext cx="17646914" cy="770016"/>
          </a:xfrm>
          <a:prstGeom prst="rect">
            <a:avLst/>
          </a:prstGeom>
        </p:spPr>
        <p:txBody>
          <a:bodyPr anchor="t"/>
          <a:lstStyle>
            <a:lvl1pPr>
              <a:defRPr baseline="0">
                <a:latin typeface="+mj-lt"/>
              </a:defRPr>
            </a:lvl1pPr>
          </a:lstStyle>
          <a:p>
            <a:r>
              <a:rPr lang="en-US" dirty="0"/>
              <a:t>Slide Title Here</a:t>
            </a:r>
          </a:p>
        </p:txBody>
      </p:sp>
      <p:sp>
        <p:nvSpPr>
          <p:cNvPr id="3" name="フッター プレースホルダー 2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>
                <a:latin typeface="+mj-lt"/>
              </a:defRPr>
            </a:lvl1pPr>
          </a:lstStyle>
          <a:p>
            <a:r>
              <a:rPr lang="en-US"/>
              <a:t>Time and Attendance</a:t>
            </a:r>
            <a:endParaRPr lang="en-US" dirty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latin typeface="+mj-lt"/>
              </a:defRPr>
            </a:lvl1pPr>
          </a:lstStyle>
          <a:p>
            <a:fld id="{DAEF4D36-AE85-49C9-90DE-66D02B257272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6" name="サブタイトル 2"/>
          <p:cNvSpPr>
            <a:spLocks noGrp="1"/>
          </p:cNvSpPr>
          <p:nvPr>
            <p:ph type="subTitle" idx="1" hasCustomPrompt="1"/>
          </p:nvPr>
        </p:nvSpPr>
        <p:spPr>
          <a:xfrm>
            <a:off x="484675" y="908365"/>
            <a:ext cx="17646914" cy="445226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l">
              <a:buNone/>
              <a:defRPr sz="3000" baseline="0">
                <a:solidFill>
                  <a:srgbClr val="FF6600"/>
                </a:solidFill>
                <a:latin typeface="+mj-lt"/>
                <a:ea typeface="A-OTF Gothic BBB Pro Medium" panose="020B0400000000000000" pitchFamily="34" charset="-128"/>
                <a:cs typeface="Clear Sans Light" panose="020B0303030202020304" pitchFamily="34" charset="0"/>
              </a:defRPr>
            </a:lvl1pPr>
            <a:lvl2pPr marL="685800" indent="0" algn="ctr">
              <a:buNone/>
              <a:defRPr sz="3000"/>
            </a:lvl2pPr>
            <a:lvl3pPr marL="1371600" indent="0" algn="ctr">
              <a:buNone/>
              <a:defRPr sz="2700"/>
            </a:lvl3pPr>
            <a:lvl4pPr marL="2057400" indent="0" algn="ctr">
              <a:buNone/>
              <a:defRPr sz="2400"/>
            </a:lvl4pPr>
            <a:lvl5pPr marL="2743200" indent="0" algn="ctr">
              <a:buNone/>
              <a:defRPr sz="2400"/>
            </a:lvl5pPr>
            <a:lvl6pPr marL="3429000" indent="0" algn="ctr">
              <a:buNone/>
              <a:defRPr sz="2400"/>
            </a:lvl6pPr>
            <a:lvl7pPr marL="4114800" indent="0" algn="ctr">
              <a:buNone/>
              <a:defRPr sz="2400"/>
            </a:lvl7pPr>
            <a:lvl8pPr marL="4800600" indent="0" algn="ctr">
              <a:buNone/>
              <a:defRPr sz="2400"/>
            </a:lvl8pPr>
            <a:lvl9pPr marL="5486400" indent="0" algn="ctr">
              <a:buNone/>
              <a:defRPr sz="2400"/>
            </a:lvl9pPr>
          </a:lstStyle>
          <a:p>
            <a:r>
              <a:rPr lang="en-US" altLang="ja-JP" dirty="0"/>
              <a:t>A brief description here</a:t>
            </a:r>
            <a:endParaRPr lang="en-US" dirty="0"/>
          </a:p>
        </p:txBody>
      </p:sp>
      <p:sp>
        <p:nvSpPr>
          <p:cNvPr id="9" name="テキスト プレースホルダー 8"/>
          <p:cNvSpPr>
            <a:spLocks noGrp="1"/>
          </p:cNvSpPr>
          <p:nvPr>
            <p:ph type="body" sz="quarter" idx="12" hasCustomPrompt="1"/>
          </p:nvPr>
        </p:nvSpPr>
        <p:spPr>
          <a:xfrm>
            <a:off x="-309282" y="4894169"/>
            <a:ext cx="6790764" cy="928687"/>
          </a:xfrm>
          <a:prstGeom prst="rect">
            <a:avLst/>
          </a:prstGeom>
        </p:spPr>
        <p:txBody>
          <a:bodyPr/>
          <a:lstStyle>
            <a:lvl1pPr algn="r">
              <a:defRPr sz="800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A-OTF Gothic BBB Pro Medium" panose="020B0400000000000000" pitchFamily="34" charset="-128"/>
                <a:cs typeface="A-OTF Gothic BBB Pro Medium" panose="020B0400000000000000" pitchFamily="34" charset="-128"/>
              </a:defRPr>
            </a:lvl1pPr>
            <a:lvl2pPr>
              <a:defRPr>
                <a:latin typeface="Bebas Neue Bold" panose="020B0606020202050201" pitchFamily="34" charset="0"/>
              </a:defRPr>
            </a:lvl2pPr>
            <a:lvl3pPr>
              <a:defRPr>
                <a:latin typeface="Bebas Neue Bold" panose="020B0606020202050201" pitchFamily="34" charset="0"/>
              </a:defRPr>
            </a:lvl3pPr>
            <a:lvl4pPr>
              <a:defRPr>
                <a:latin typeface="Bebas Neue Bold" panose="020B0606020202050201" pitchFamily="34" charset="0"/>
              </a:defRPr>
            </a:lvl4pPr>
            <a:lvl5pPr>
              <a:defRPr>
                <a:latin typeface="Bebas Neue Bold" panose="020B0606020202050201" pitchFamily="34" charset="0"/>
              </a:defRPr>
            </a:lvl5pPr>
          </a:lstStyle>
          <a:p>
            <a:pPr lvl="0"/>
            <a:r>
              <a:rPr lang="en-US" altLang="ja-JP" dirty="0"/>
              <a:t>Text Here</a:t>
            </a:r>
            <a:endParaRPr lang="ja-JP" altLang="en-US" dirty="0"/>
          </a:p>
        </p:txBody>
      </p:sp>
      <p:sp>
        <p:nvSpPr>
          <p:cNvPr id="12" name="正方形/長方形 11"/>
          <p:cNvSpPr/>
          <p:nvPr userDrawn="1"/>
        </p:nvSpPr>
        <p:spPr>
          <a:xfrm>
            <a:off x="-1" y="5876924"/>
            <a:ext cx="6481483" cy="147358"/>
          </a:xfrm>
          <a:prstGeom prst="rect">
            <a:avLst/>
          </a:prstGeom>
          <a:solidFill>
            <a:srgbClr val="FF66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4050">
              <a:latin typeface="+mj-lt"/>
            </a:endParaRPr>
          </a:p>
        </p:txBody>
      </p:sp>
      <p:sp>
        <p:nvSpPr>
          <p:cNvPr id="13" name="テキスト プレースホルダー 8"/>
          <p:cNvSpPr>
            <a:spLocks noGrp="1"/>
          </p:cNvSpPr>
          <p:nvPr>
            <p:ph type="body" sz="quarter" idx="14" hasCustomPrompt="1"/>
          </p:nvPr>
        </p:nvSpPr>
        <p:spPr>
          <a:xfrm>
            <a:off x="7107085" y="2635625"/>
            <a:ext cx="11024504" cy="5775302"/>
          </a:xfrm>
          <a:prstGeom prst="rect">
            <a:avLst/>
          </a:prstGeom>
        </p:spPr>
        <p:txBody>
          <a:bodyPr anchor="ctr"/>
          <a:lstStyle>
            <a:lvl1pPr algn="l">
              <a:lnSpc>
                <a:spcPts val="2800"/>
              </a:lnSpc>
              <a:defRPr sz="2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Roboto" panose="02000000000000000000" pitchFamily="2" charset="0"/>
                <a:cs typeface="A-OTF Gothic BBB Pro Medium" panose="020B0400000000000000" pitchFamily="34" charset="-128"/>
              </a:defRPr>
            </a:lvl1pPr>
            <a:lvl2pPr>
              <a:defRPr>
                <a:latin typeface="Bebas Neue Bold" panose="020B0606020202050201" pitchFamily="34" charset="0"/>
              </a:defRPr>
            </a:lvl2pPr>
            <a:lvl3pPr>
              <a:defRPr>
                <a:latin typeface="Bebas Neue Bold" panose="020B0606020202050201" pitchFamily="34" charset="0"/>
              </a:defRPr>
            </a:lvl3pPr>
            <a:lvl4pPr>
              <a:defRPr>
                <a:latin typeface="Bebas Neue Bold" panose="020B0606020202050201" pitchFamily="34" charset="0"/>
              </a:defRPr>
            </a:lvl4pPr>
            <a:lvl5pPr>
              <a:defRPr>
                <a:latin typeface="Bebas Neue Bold" panose="020B0606020202050201" pitchFamily="34" charset="0"/>
              </a:defRPr>
            </a:lvl5pPr>
          </a:lstStyle>
          <a:p>
            <a:pPr lvl="0"/>
            <a:r>
              <a:rPr lang="en-US" altLang="ja-JP" dirty="0"/>
              <a:t>Text Here</a:t>
            </a:r>
            <a:endParaRPr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350750357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ingle Column -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 hasCustomPrompt="1"/>
          </p:nvPr>
        </p:nvSpPr>
        <p:spPr>
          <a:xfrm>
            <a:off x="484675" y="132353"/>
            <a:ext cx="17646914" cy="770016"/>
          </a:xfrm>
          <a:prstGeom prst="rect">
            <a:avLst/>
          </a:prstGeom>
        </p:spPr>
        <p:txBody>
          <a:bodyPr anchor="t"/>
          <a:lstStyle>
            <a:lvl1pPr>
              <a:defRPr baseline="0">
                <a:latin typeface="+mj-lt"/>
              </a:defRPr>
            </a:lvl1pPr>
          </a:lstStyle>
          <a:p>
            <a:r>
              <a:rPr lang="en-US" dirty="0"/>
              <a:t>Slide Title Here</a:t>
            </a:r>
          </a:p>
        </p:txBody>
      </p:sp>
      <p:sp>
        <p:nvSpPr>
          <p:cNvPr id="3" name="フッター プレースホルダー 2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>
                <a:latin typeface="+mj-lt"/>
              </a:defRPr>
            </a:lvl1pPr>
          </a:lstStyle>
          <a:p>
            <a:r>
              <a:rPr lang="en-US"/>
              <a:t>Time and Attendance</a:t>
            </a:r>
            <a:endParaRPr lang="en-US" dirty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latin typeface="+mj-lt"/>
              </a:defRPr>
            </a:lvl1pPr>
          </a:lstStyle>
          <a:p>
            <a:fld id="{DAEF4D36-AE85-49C9-90DE-66D02B257272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6" name="サブタイトル 2"/>
          <p:cNvSpPr>
            <a:spLocks noGrp="1"/>
          </p:cNvSpPr>
          <p:nvPr>
            <p:ph type="subTitle" idx="1" hasCustomPrompt="1"/>
          </p:nvPr>
        </p:nvSpPr>
        <p:spPr>
          <a:xfrm>
            <a:off x="484675" y="908365"/>
            <a:ext cx="17646914" cy="445226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l">
              <a:buNone/>
              <a:defRPr sz="3000" baseline="0">
                <a:solidFill>
                  <a:srgbClr val="FF6600"/>
                </a:solidFill>
                <a:latin typeface="+mj-lt"/>
                <a:ea typeface="A-OTF Gothic BBB Pro Medium" panose="020B0400000000000000" pitchFamily="34" charset="-128"/>
                <a:cs typeface="Clear Sans Light" panose="020B0303030202020304" pitchFamily="34" charset="0"/>
              </a:defRPr>
            </a:lvl1pPr>
            <a:lvl2pPr marL="685800" indent="0" algn="ctr">
              <a:buNone/>
              <a:defRPr sz="3000"/>
            </a:lvl2pPr>
            <a:lvl3pPr marL="1371600" indent="0" algn="ctr">
              <a:buNone/>
              <a:defRPr sz="2700"/>
            </a:lvl3pPr>
            <a:lvl4pPr marL="2057400" indent="0" algn="ctr">
              <a:buNone/>
              <a:defRPr sz="2400"/>
            </a:lvl4pPr>
            <a:lvl5pPr marL="2743200" indent="0" algn="ctr">
              <a:buNone/>
              <a:defRPr sz="2400"/>
            </a:lvl5pPr>
            <a:lvl6pPr marL="3429000" indent="0" algn="ctr">
              <a:buNone/>
              <a:defRPr sz="2400"/>
            </a:lvl6pPr>
            <a:lvl7pPr marL="4114800" indent="0" algn="ctr">
              <a:buNone/>
              <a:defRPr sz="2400"/>
            </a:lvl7pPr>
            <a:lvl8pPr marL="4800600" indent="0" algn="ctr">
              <a:buNone/>
              <a:defRPr sz="2400"/>
            </a:lvl8pPr>
            <a:lvl9pPr marL="5486400" indent="0" algn="ctr">
              <a:buNone/>
              <a:defRPr sz="2400"/>
            </a:lvl9pPr>
          </a:lstStyle>
          <a:p>
            <a:r>
              <a:rPr lang="en-US" altLang="ja-JP" dirty="0"/>
              <a:t>A brief description here</a:t>
            </a:r>
            <a:endParaRPr lang="en-US" dirty="0"/>
          </a:p>
        </p:txBody>
      </p:sp>
      <p:sp>
        <p:nvSpPr>
          <p:cNvPr id="9" name="図プレースホルダー 8"/>
          <p:cNvSpPr>
            <a:spLocks noGrp="1"/>
          </p:cNvSpPr>
          <p:nvPr>
            <p:ph type="pic" sz="quarter" idx="12" hasCustomPrompt="1"/>
          </p:nvPr>
        </p:nvSpPr>
        <p:spPr>
          <a:xfrm>
            <a:off x="927100" y="2430380"/>
            <a:ext cx="5979026" cy="5980546"/>
          </a:xfrm>
          <a:prstGeom prst="rect">
            <a:avLst/>
          </a:prstGeom>
        </p:spPr>
        <p:txBody>
          <a:bodyPr/>
          <a:lstStyle>
            <a:lvl1pPr>
              <a:defRPr baseline="0">
                <a:latin typeface="+mn-lt"/>
                <a:ea typeface="Roboto Light" panose="02000000000000000000" pitchFamily="2" charset="0"/>
              </a:defRPr>
            </a:lvl1pPr>
          </a:lstStyle>
          <a:p>
            <a:r>
              <a:rPr lang="en-US" dirty="0"/>
              <a:t>Add picture here – 1:1</a:t>
            </a:r>
          </a:p>
        </p:txBody>
      </p:sp>
      <p:sp>
        <p:nvSpPr>
          <p:cNvPr id="11" name="正方形/長方形 10"/>
          <p:cNvSpPr/>
          <p:nvPr userDrawn="1"/>
        </p:nvSpPr>
        <p:spPr>
          <a:xfrm>
            <a:off x="726141" y="2430380"/>
            <a:ext cx="236007" cy="5980546"/>
          </a:xfrm>
          <a:prstGeom prst="rect">
            <a:avLst/>
          </a:prstGeom>
          <a:solidFill>
            <a:srgbClr val="FF66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4050">
              <a:latin typeface="+mj-lt"/>
            </a:endParaRPr>
          </a:p>
        </p:txBody>
      </p:sp>
      <p:sp>
        <p:nvSpPr>
          <p:cNvPr id="12" name="テキスト プレースホルダー 8"/>
          <p:cNvSpPr>
            <a:spLocks noGrp="1"/>
          </p:cNvSpPr>
          <p:nvPr>
            <p:ph type="body" sz="quarter" idx="13" hasCustomPrompt="1"/>
          </p:nvPr>
        </p:nvSpPr>
        <p:spPr>
          <a:xfrm>
            <a:off x="7107085" y="2430380"/>
            <a:ext cx="11024504" cy="635549"/>
          </a:xfrm>
          <a:prstGeom prst="rect">
            <a:avLst/>
          </a:prstGeom>
        </p:spPr>
        <p:txBody>
          <a:bodyPr anchor="b"/>
          <a:lstStyle>
            <a:lvl1pPr algn="l">
              <a:defRPr sz="3600" baseline="0">
                <a:solidFill>
                  <a:srgbClr val="FF6600"/>
                </a:solidFill>
                <a:latin typeface="+mj-lt"/>
                <a:ea typeface="A-OTF Gothic BBB Pro Medium" panose="020B0400000000000000" pitchFamily="34" charset="-128"/>
                <a:cs typeface="A-OTF Gothic BBB Pro Medium" panose="020B0400000000000000" pitchFamily="34" charset="-128"/>
              </a:defRPr>
            </a:lvl1pPr>
            <a:lvl2pPr>
              <a:defRPr>
                <a:latin typeface="Bebas Neue Bold" panose="020B0606020202050201" pitchFamily="34" charset="0"/>
              </a:defRPr>
            </a:lvl2pPr>
            <a:lvl3pPr>
              <a:defRPr>
                <a:latin typeface="Bebas Neue Bold" panose="020B0606020202050201" pitchFamily="34" charset="0"/>
              </a:defRPr>
            </a:lvl3pPr>
            <a:lvl4pPr>
              <a:defRPr>
                <a:latin typeface="Bebas Neue Bold" panose="020B0606020202050201" pitchFamily="34" charset="0"/>
              </a:defRPr>
            </a:lvl4pPr>
            <a:lvl5pPr>
              <a:defRPr>
                <a:latin typeface="Bebas Neue Bold" panose="020B0606020202050201" pitchFamily="34" charset="0"/>
              </a:defRPr>
            </a:lvl5pPr>
          </a:lstStyle>
          <a:p>
            <a:pPr lvl="0"/>
            <a:r>
              <a:rPr lang="en-US" altLang="ja-JP" dirty="0"/>
              <a:t>Caption Here</a:t>
            </a:r>
            <a:endParaRPr lang="ja-JP" altLang="en-US" dirty="0"/>
          </a:p>
        </p:txBody>
      </p:sp>
      <p:sp>
        <p:nvSpPr>
          <p:cNvPr id="13" name="テキスト プレースホルダー 8"/>
          <p:cNvSpPr>
            <a:spLocks noGrp="1"/>
          </p:cNvSpPr>
          <p:nvPr>
            <p:ph type="body" sz="quarter" idx="14" hasCustomPrompt="1"/>
          </p:nvPr>
        </p:nvSpPr>
        <p:spPr>
          <a:xfrm>
            <a:off x="7107085" y="3119717"/>
            <a:ext cx="11024504" cy="5291209"/>
          </a:xfrm>
          <a:prstGeom prst="rect">
            <a:avLst/>
          </a:prstGeom>
        </p:spPr>
        <p:txBody>
          <a:bodyPr anchor="t"/>
          <a:lstStyle>
            <a:lvl1pPr algn="l">
              <a:lnSpc>
                <a:spcPts val="2800"/>
              </a:lnSpc>
              <a:defRPr sz="2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Roboto" panose="02000000000000000000" pitchFamily="2" charset="0"/>
                <a:cs typeface="A-OTF Gothic BBB Pro Medium" panose="020B0400000000000000" pitchFamily="34" charset="-128"/>
              </a:defRPr>
            </a:lvl1pPr>
            <a:lvl2pPr>
              <a:defRPr>
                <a:latin typeface="Bebas Neue Bold" panose="020B0606020202050201" pitchFamily="34" charset="0"/>
              </a:defRPr>
            </a:lvl2pPr>
            <a:lvl3pPr>
              <a:defRPr>
                <a:latin typeface="Bebas Neue Bold" panose="020B0606020202050201" pitchFamily="34" charset="0"/>
              </a:defRPr>
            </a:lvl3pPr>
            <a:lvl4pPr>
              <a:defRPr>
                <a:latin typeface="Bebas Neue Bold" panose="020B0606020202050201" pitchFamily="34" charset="0"/>
              </a:defRPr>
            </a:lvl4pPr>
            <a:lvl5pPr>
              <a:defRPr>
                <a:latin typeface="Bebas Neue Bold" panose="020B0606020202050201" pitchFamily="34" charset="0"/>
              </a:defRPr>
            </a:lvl5pPr>
          </a:lstStyle>
          <a:p>
            <a:pPr lvl="0"/>
            <a:r>
              <a:rPr lang="en-US" altLang="ja-JP" dirty="0"/>
              <a:t>Text Here</a:t>
            </a:r>
            <a:endParaRPr lang="ja-JP" altLang="en-US" dirty="0"/>
          </a:p>
        </p:txBody>
      </p:sp>
      <p:cxnSp>
        <p:nvCxnSpPr>
          <p:cNvPr id="14" name="直線コネクタ 13"/>
          <p:cNvCxnSpPr/>
          <p:nvPr userDrawn="1"/>
        </p:nvCxnSpPr>
        <p:spPr>
          <a:xfrm>
            <a:off x="7131895" y="3012141"/>
            <a:ext cx="10999694" cy="0"/>
          </a:xfrm>
          <a:prstGeom prst="line">
            <a:avLst/>
          </a:prstGeom>
          <a:ln w="19050">
            <a:solidFill>
              <a:srgbClr val="FF660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5838673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orizontal 2 Columns -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 hasCustomPrompt="1"/>
          </p:nvPr>
        </p:nvSpPr>
        <p:spPr>
          <a:xfrm>
            <a:off x="484675" y="132353"/>
            <a:ext cx="17646914" cy="770016"/>
          </a:xfrm>
          <a:prstGeom prst="rect">
            <a:avLst/>
          </a:prstGeom>
        </p:spPr>
        <p:txBody>
          <a:bodyPr anchor="t"/>
          <a:lstStyle>
            <a:lvl1pPr>
              <a:defRPr baseline="0">
                <a:latin typeface="+mj-lt"/>
              </a:defRPr>
            </a:lvl1pPr>
          </a:lstStyle>
          <a:p>
            <a:r>
              <a:rPr lang="en-US" dirty="0"/>
              <a:t>Slide Title Here</a:t>
            </a:r>
          </a:p>
        </p:txBody>
      </p:sp>
      <p:sp>
        <p:nvSpPr>
          <p:cNvPr id="3" name="フッター プレースホルダー 2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>
                <a:latin typeface="+mj-lt"/>
              </a:defRPr>
            </a:lvl1pPr>
          </a:lstStyle>
          <a:p>
            <a:r>
              <a:rPr lang="en-US"/>
              <a:t>Time and Attendance</a:t>
            </a:r>
            <a:endParaRPr lang="en-US" dirty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latin typeface="+mj-lt"/>
              </a:defRPr>
            </a:lvl1pPr>
          </a:lstStyle>
          <a:p>
            <a:fld id="{DAEF4D36-AE85-49C9-90DE-66D02B257272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6" name="サブタイトル 2"/>
          <p:cNvSpPr>
            <a:spLocks noGrp="1"/>
          </p:cNvSpPr>
          <p:nvPr>
            <p:ph type="subTitle" idx="1" hasCustomPrompt="1"/>
          </p:nvPr>
        </p:nvSpPr>
        <p:spPr>
          <a:xfrm>
            <a:off x="484675" y="908365"/>
            <a:ext cx="17646914" cy="445226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l">
              <a:buNone/>
              <a:defRPr sz="3000" baseline="0">
                <a:solidFill>
                  <a:srgbClr val="FF6600"/>
                </a:solidFill>
                <a:latin typeface="+mj-lt"/>
                <a:ea typeface="A-OTF Gothic BBB Pro Medium" panose="020B0400000000000000" pitchFamily="34" charset="-128"/>
                <a:cs typeface="Clear Sans Light" panose="020B0303030202020304" pitchFamily="34" charset="0"/>
              </a:defRPr>
            </a:lvl1pPr>
            <a:lvl2pPr marL="685800" indent="0" algn="ctr">
              <a:buNone/>
              <a:defRPr sz="3000"/>
            </a:lvl2pPr>
            <a:lvl3pPr marL="1371600" indent="0" algn="ctr">
              <a:buNone/>
              <a:defRPr sz="2700"/>
            </a:lvl3pPr>
            <a:lvl4pPr marL="2057400" indent="0" algn="ctr">
              <a:buNone/>
              <a:defRPr sz="2400"/>
            </a:lvl4pPr>
            <a:lvl5pPr marL="2743200" indent="0" algn="ctr">
              <a:buNone/>
              <a:defRPr sz="2400"/>
            </a:lvl5pPr>
            <a:lvl6pPr marL="3429000" indent="0" algn="ctr">
              <a:buNone/>
              <a:defRPr sz="2400"/>
            </a:lvl6pPr>
            <a:lvl7pPr marL="4114800" indent="0" algn="ctr">
              <a:buNone/>
              <a:defRPr sz="2400"/>
            </a:lvl7pPr>
            <a:lvl8pPr marL="4800600" indent="0" algn="ctr">
              <a:buNone/>
              <a:defRPr sz="2400"/>
            </a:lvl8pPr>
            <a:lvl9pPr marL="5486400" indent="0" algn="ctr">
              <a:buNone/>
              <a:defRPr sz="2400"/>
            </a:lvl9pPr>
          </a:lstStyle>
          <a:p>
            <a:r>
              <a:rPr lang="en-US" altLang="ja-JP" dirty="0"/>
              <a:t>A brief description here</a:t>
            </a:r>
            <a:endParaRPr lang="en-US" dirty="0"/>
          </a:p>
        </p:txBody>
      </p:sp>
      <p:sp>
        <p:nvSpPr>
          <p:cNvPr id="9" name="図プレースホルダー 8"/>
          <p:cNvSpPr>
            <a:spLocks noGrp="1"/>
          </p:cNvSpPr>
          <p:nvPr>
            <p:ph type="pic" sz="quarter" idx="12" hasCustomPrompt="1"/>
          </p:nvPr>
        </p:nvSpPr>
        <p:spPr>
          <a:xfrm>
            <a:off x="927100" y="2430380"/>
            <a:ext cx="5979026" cy="5980546"/>
          </a:xfrm>
          <a:prstGeom prst="rect">
            <a:avLst/>
          </a:prstGeom>
        </p:spPr>
        <p:txBody>
          <a:bodyPr/>
          <a:lstStyle>
            <a:lvl1pPr>
              <a:defRPr baseline="0">
                <a:solidFill>
                  <a:schemeClr val="bg2">
                    <a:lumMod val="50000"/>
                  </a:schemeClr>
                </a:solidFill>
                <a:latin typeface="+mn-lt"/>
                <a:ea typeface="Roboto" panose="02000000000000000000" pitchFamily="2" charset="0"/>
              </a:defRPr>
            </a:lvl1pPr>
          </a:lstStyle>
          <a:p>
            <a:r>
              <a:rPr lang="en-US" dirty="0"/>
              <a:t>Add picture here – 1:1</a:t>
            </a:r>
          </a:p>
        </p:txBody>
      </p:sp>
      <p:sp>
        <p:nvSpPr>
          <p:cNvPr id="11" name="正方形/長方形 10"/>
          <p:cNvSpPr/>
          <p:nvPr userDrawn="1"/>
        </p:nvSpPr>
        <p:spPr>
          <a:xfrm>
            <a:off x="726141" y="2430380"/>
            <a:ext cx="236007" cy="5980546"/>
          </a:xfrm>
          <a:prstGeom prst="rect">
            <a:avLst/>
          </a:prstGeom>
          <a:solidFill>
            <a:srgbClr val="FF66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4050">
              <a:latin typeface="+mj-lt"/>
            </a:endParaRPr>
          </a:p>
        </p:txBody>
      </p:sp>
      <p:sp>
        <p:nvSpPr>
          <p:cNvPr id="12" name="テキスト プレースホルダー 8"/>
          <p:cNvSpPr>
            <a:spLocks noGrp="1"/>
          </p:cNvSpPr>
          <p:nvPr>
            <p:ph type="body" sz="quarter" idx="13" hasCustomPrompt="1"/>
          </p:nvPr>
        </p:nvSpPr>
        <p:spPr>
          <a:xfrm>
            <a:off x="7107085" y="2430380"/>
            <a:ext cx="11024504" cy="635549"/>
          </a:xfrm>
          <a:prstGeom prst="rect">
            <a:avLst/>
          </a:prstGeom>
        </p:spPr>
        <p:txBody>
          <a:bodyPr anchor="b"/>
          <a:lstStyle>
            <a:lvl1pPr algn="l">
              <a:defRPr sz="3600" baseline="0">
                <a:solidFill>
                  <a:srgbClr val="FF6600"/>
                </a:solidFill>
                <a:latin typeface="+mj-lt"/>
                <a:ea typeface="A-OTF Gothic BBB Pro Medium" panose="020B0400000000000000" pitchFamily="34" charset="-128"/>
                <a:cs typeface="A-OTF Gothic BBB Pro Medium" panose="020B0400000000000000" pitchFamily="34" charset="-128"/>
              </a:defRPr>
            </a:lvl1pPr>
            <a:lvl2pPr>
              <a:defRPr>
                <a:latin typeface="Bebas Neue Bold" panose="020B0606020202050201" pitchFamily="34" charset="0"/>
              </a:defRPr>
            </a:lvl2pPr>
            <a:lvl3pPr>
              <a:defRPr>
                <a:latin typeface="Bebas Neue Bold" panose="020B0606020202050201" pitchFamily="34" charset="0"/>
              </a:defRPr>
            </a:lvl3pPr>
            <a:lvl4pPr>
              <a:defRPr>
                <a:latin typeface="Bebas Neue Bold" panose="020B0606020202050201" pitchFamily="34" charset="0"/>
              </a:defRPr>
            </a:lvl4pPr>
            <a:lvl5pPr>
              <a:defRPr>
                <a:latin typeface="Bebas Neue Bold" panose="020B0606020202050201" pitchFamily="34" charset="0"/>
              </a:defRPr>
            </a:lvl5pPr>
          </a:lstStyle>
          <a:p>
            <a:pPr lvl="0"/>
            <a:r>
              <a:rPr lang="en-US" altLang="ja-JP" dirty="0"/>
              <a:t>Caption1 Here</a:t>
            </a:r>
            <a:endParaRPr lang="ja-JP" altLang="en-US" dirty="0"/>
          </a:p>
        </p:txBody>
      </p:sp>
      <p:sp>
        <p:nvSpPr>
          <p:cNvPr id="13" name="テキスト プレースホルダー 8"/>
          <p:cNvSpPr>
            <a:spLocks noGrp="1"/>
          </p:cNvSpPr>
          <p:nvPr>
            <p:ph type="body" sz="quarter" idx="14" hasCustomPrompt="1"/>
          </p:nvPr>
        </p:nvSpPr>
        <p:spPr>
          <a:xfrm>
            <a:off x="7107085" y="3119717"/>
            <a:ext cx="11024504" cy="2101166"/>
          </a:xfrm>
          <a:prstGeom prst="rect">
            <a:avLst/>
          </a:prstGeom>
        </p:spPr>
        <p:txBody>
          <a:bodyPr anchor="t"/>
          <a:lstStyle>
            <a:lvl1pPr algn="l">
              <a:lnSpc>
                <a:spcPts val="2800"/>
              </a:lnSpc>
              <a:defRPr sz="2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Roboto" panose="02000000000000000000" pitchFamily="2" charset="0"/>
                <a:cs typeface="A-OTF Gothic BBB Pro Medium" panose="020B0400000000000000" pitchFamily="34" charset="-128"/>
              </a:defRPr>
            </a:lvl1pPr>
            <a:lvl2pPr>
              <a:defRPr>
                <a:latin typeface="Bebas Neue Bold" panose="020B0606020202050201" pitchFamily="34" charset="0"/>
              </a:defRPr>
            </a:lvl2pPr>
            <a:lvl3pPr>
              <a:defRPr>
                <a:latin typeface="Bebas Neue Bold" panose="020B0606020202050201" pitchFamily="34" charset="0"/>
              </a:defRPr>
            </a:lvl3pPr>
            <a:lvl4pPr>
              <a:defRPr>
                <a:latin typeface="Bebas Neue Bold" panose="020B0606020202050201" pitchFamily="34" charset="0"/>
              </a:defRPr>
            </a:lvl4pPr>
            <a:lvl5pPr>
              <a:defRPr>
                <a:latin typeface="Bebas Neue Bold" panose="020B0606020202050201" pitchFamily="34" charset="0"/>
              </a:defRPr>
            </a:lvl5pPr>
          </a:lstStyle>
          <a:p>
            <a:pPr lvl="0"/>
            <a:r>
              <a:rPr lang="en-US" altLang="ja-JP" dirty="0"/>
              <a:t>Text Here</a:t>
            </a:r>
            <a:endParaRPr lang="ja-JP" altLang="en-US" dirty="0"/>
          </a:p>
        </p:txBody>
      </p:sp>
      <p:cxnSp>
        <p:nvCxnSpPr>
          <p:cNvPr id="14" name="直線コネクタ 13"/>
          <p:cNvCxnSpPr/>
          <p:nvPr userDrawn="1"/>
        </p:nvCxnSpPr>
        <p:spPr>
          <a:xfrm>
            <a:off x="7131895" y="3012141"/>
            <a:ext cx="10999694" cy="0"/>
          </a:xfrm>
          <a:prstGeom prst="line">
            <a:avLst/>
          </a:prstGeom>
          <a:ln w="19050">
            <a:solidFill>
              <a:srgbClr val="FF660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テキスト プレースホルダー 8"/>
          <p:cNvSpPr>
            <a:spLocks noGrp="1"/>
          </p:cNvSpPr>
          <p:nvPr>
            <p:ph type="body" sz="quarter" idx="15" hasCustomPrompt="1"/>
          </p:nvPr>
        </p:nvSpPr>
        <p:spPr>
          <a:xfrm>
            <a:off x="7107085" y="5478616"/>
            <a:ext cx="11024504" cy="635549"/>
          </a:xfrm>
          <a:prstGeom prst="rect">
            <a:avLst/>
          </a:prstGeom>
        </p:spPr>
        <p:txBody>
          <a:bodyPr anchor="b"/>
          <a:lstStyle>
            <a:lvl1pPr algn="l">
              <a:defRPr sz="3600" baseline="0">
                <a:solidFill>
                  <a:srgbClr val="FF6600"/>
                </a:solidFill>
                <a:latin typeface="+mj-lt"/>
                <a:ea typeface="A-OTF Gothic BBB Pro Medium" panose="020B0400000000000000" pitchFamily="34" charset="-128"/>
                <a:cs typeface="A-OTF Gothic BBB Pro Medium" panose="020B0400000000000000" pitchFamily="34" charset="-128"/>
              </a:defRPr>
            </a:lvl1pPr>
            <a:lvl2pPr>
              <a:defRPr>
                <a:latin typeface="Bebas Neue Bold" panose="020B0606020202050201" pitchFamily="34" charset="0"/>
              </a:defRPr>
            </a:lvl2pPr>
            <a:lvl3pPr>
              <a:defRPr>
                <a:latin typeface="Bebas Neue Bold" panose="020B0606020202050201" pitchFamily="34" charset="0"/>
              </a:defRPr>
            </a:lvl3pPr>
            <a:lvl4pPr>
              <a:defRPr>
                <a:latin typeface="Bebas Neue Bold" panose="020B0606020202050201" pitchFamily="34" charset="0"/>
              </a:defRPr>
            </a:lvl4pPr>
            <a:lvl5pPr>
              <a:defRPr>
                <a:latin typeface="Bebas Neue Bold" panose="020B0606020202050201" pitchFamily="34" charset="0"/>
              </a:defRPr>
            </a:lvl5pPr>
          </a:lstStyle>
          <a:p>
            <a:pPr lvl="0"/>
            <a:r>
              <a:rPr lang="en-US" altLang="ja-JP" dirty="0"/>
              <a:t>Caption2 Here</a:t>
            </a:r>
            <a:endParaRPr lang="ja-JP" altLang="en-US" dirty="0"/>
          </a:p>
        </p:txBody>
      </p:sp>
      <p:sp>
        <p:nvSpPr>
          <p:cNvPr id="16" name="テキスト プレースホルダー 8"/>
          <p:cNvSpPr>
            <a:spLocks noGrp="1"/>
          </p:cNvSpPr>
          <p:nvPr>
            <p:ph type="body" sz="quarter" idx="16" hasCustomPrompt="1"/>
          </p:nvPr>
        </p:nvSpPr>
        <p:spPr>
          <a:xfrm>
            <a:off x="7107085" y="6167953"/>
            <a:ext cx="11024504" cy="2101166"/>
          </a:xfrm>
          <a:prstGeom prst="rect">
            <a:avLst/>
          </a:prstGeom>
        </p:spPr>
        <p:txBody>
          <a:bodyPr anchor="t"/>
          <a:lstStyle>
            <a:lvl1pPr algn="l">
              <a:lnSpc>
                <a:spcPts val="2800"/>
              </a:lnSpc>
              <a:defRPr sz="2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Roboto" panose="02000000000000000000" pitchFamily="2" charset="0"/>
                <a:cs typeface="A-OTF Gothic BBB Pro Medium" panose="020B0400000000000000" pitchFamily="34" charset="-128"/>
              </a:defRPr>
            </a:lvl1pPr>
            <a:lvl2pPr>
              <a:defRPr>
                <a:latin typeface="Bebas Neue Bold" panose="020B0606020202050201" pitchFamily="34" charset="0"/>
              </a:defRPr>
            </a:lvl2pPr>
            <a:lvl3pPr>
              <a:defRPr>
                <a:latin typeface="Bebas Neue Bold" panose="020B0606020202050201" pitchFamily="34" charset="0"/>
              </a:defRPr>
            </a:lvl3pPr>
            <a:lvl4pPr>
              <a:defRPr>
                <a:latin typeface="Bebas Neue Bold" panose="020B0606020202050201" pitchFamily="34" charset="0"/>
              </a:defRPr>
            </a:lvl4pPr>
            <a:lvl5pPr>
              <a:defRPr>
                <a:latin typeface="Bebas Neue Bold" panose="020B0606020202050201" pitchFamily="34" charset="0"/>
              </a:defRPr>
            </a:lvl5pPr>
          </a:lstStyle>
          <a:p>
            <a:pPr lvl="0"/>
            <a:r>
              <a:rPr lang="en-US" altLang="ja-JP" dirty="0"/>
              <a:t>Text Here</a:t>
            </a:r>
            <a:endParaRPr lang="ja-JP" altLang="en-US" dirty="0"/>
          </a:p>
        </p:txBody>
      </p:sp>
      <p:cxnSp>
        <p:nvCxnSpPr>
          <p:cNvPr id="17" name="直線コネクタ 16"/>
          <p:cNvCxnSpPr/>
          <p:nvPr userDrawn="1"/>
        </p:nvCxnSpPr>
        <p:spPr>
          <a:xfrm>
            <a:off x="7131895" y="6060377"/>
            <a:ext cx="10999694" cy="0"/>
          </a:xfrm>
          <a:prstGeom prst="line">
            <a:avLst/>
          </a:prstGeom>
          <a:ln w="19050">
            <a:solidFill>
              <a:srgbClr val="FF660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0454704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 Columns -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 hasCustomPrompt="1"/>
          </p:nvPr>
        </p:nvSpPr>
        <p:spPr>
          <a:xfrm>
            <a:off x="484675" y="132353"/>
            <a:ext cx="17646914" cy="770016"/>
          </a:xfrm>
          <a:prstGeom prst="rect">
            <a:avLst/>
          </a:prstGeom>
        </p:spPr>
        <p:txBody>
          <a:bodyPr anchor="t"/>
          <a:lstStyle>
            <a:lvl1pPr>
              <a:defRPr baseline="0">
                <a:latin typeface="+mj-lt"/>
              </a:defRPr>
            </a:lvl1pPr>
          </a:lstStyle>
          <a:p>
            <a:r>
              <a:rPr lang="en-US" dirty="0"/>
              <a:t>Slide Title Here</a:t>
            </a:r>
          </a:p>
        </p:txBody>
      </p:sp>
      <p:sp>
        <p:nvSpPr>
          <p:cNvPr id="3" name="フッター プレースホルダー 2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>
                <a:latin typeface="+mj-lt"/>
              </a:defRPr>
            </a:lvl1pPr>
          </a:lstStyle>
          <a:p>
            <a:r>
              <a:rPr lang="en-US"/>
              <a:t>Time and Attendance</a:t>
            </a:r>
            <a:endParaRPr lang="en-US" dirty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latin typeface="+mj-lt"/>
              </a:defRPr>
            </a:lvl1pPr>
          </a:lstStyle>
          <a:p>
            <a:fld id="{DAEF4D36-AE85-49C9-90DE-66D02B257272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6" name="サブタイトル 2"/>
          <p:cNvSpPr>
            <a:spLocks noGrp="1"/>
          </p:cNvSpPr>
          <p:nvPr>
            <p:ph type="subTitle" idx="1" hasCustomPrompt="1"/>
          </p:nvPr>
        </p:nvSpPr>
        <p:spPr>
          <a:xfrm>
            <a:off x="484675" y="908365"/>
            <a:ext cx="17646914" cy="445226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l">
              <a:buNone/>
              <a:defRPr sz="3000" baseline="0">
                <a:solidFill>
                  <a:srgbClr val="FF6600"/>
                </a:solidFill>
                <a:latin typeface="+mj-lt"/>
                <a:ea typeface="A-OTF Gothic BBB Pro Medium" panose="020B0400000000000000" pitchFamily="34" charset="-128"/>
                <a:cs typeface="Clear Sans Light" panose="020B0303030202020304" pitchFamily="34" charset="0"/>
              </a:defRPr>
            </a:lvl1pPr>
            <a:lvl2pPr marL="685800" indent="0" algn="ctr">
              <a:buNone/>
              <a:defRPr sz="3000"/>
            </a:lvl2pPr>
            <a:lvl3pPr marL="1371600" indent="0" algn="ctr">
              <a:buNone/>
              <a:defRPr sz="2700"/>
            </a:lvl3pPr>
            <a:lvl4pPr marL="2057400" indent="0" algn="ctr">
              <a:buNone/>
              <a:defRPr sz="2400"/>
            </a:lvl4pPr>
            <a:lvl5pPr marL="2743200" indent="0" algn="ctr">
              <a:buNone/>
              <a:defRPr sz="2400"/>
            </a:lvl5pPr>
            <a:lvl6pPr marL="3429000" indent="0" algn="ctr">
              <a:buNone/>
              <a:defRPr sz="2400"/>
            </a:lvl6pPr>
            <a:lvl7pPr marL="4114800" indent="0" algn="ctr">
              <a:buNone/>
              <a:defRPr sz="2400"/>
            </a:lvl7pPr>
            <a:lvl8pPr marL="4800600" indent="0" algn="ctr">
              <a:buNone/>
              <a:defRPr sz="2400"/>
            </a:lvl8pPr>
            <a:lvl9pPr marL="5486400" indent="0" algn="ctr">
              <a:buNone/>
              <a:defRPr sz="2400"/>
            </a:lvl9pPr>
          </a:lstStyle>
          <a:p>
            <a:r>
              <a:rPr lang="en-US" altLang="ja-JP" dirty="0"/>
              <a:t>A brief description here</a:t>
            </a:r>
            <a:endParaRPr lang="en-US" dirty="0"/>
          </a:p>
        </p:txBody>
      </p:sp>
      <p:sp>
        <p:nvSpPr>
          <p:cNvPr id="9" name="図プレースホルダー 8"/>
          <p:cNvSpPr>
            <a:spLocks noGrp="1"/>
          </p:cNvSpPr>
          <p:nvPr>
            <p:ph type="pic" sz="quarter" idx="12" hasCustomPrompt="1"/>
          </p:nvPr>
        </p:nvSpPr>
        <p:spPr>
          <a:xfrm>
            <a:off x="986224" y="2094204"/>
            <a:ext cx="3794644" cy="3795608"/>
          </a:xfrm>
          <a:prstGeom prst="rect">
            <a:avLst/>
          </a:prstGeom>
        </p:spPr>
        <p:txBody>
          <a:bodyPr/>
          <a:lstStyle>
            <a:lvl1pPr>
              <a:defRPr baseline="0">
                <a:solidFill>
                  <a:schemeClr val="bg2">
                    <a:lumMod val="50000"/>
                  </a:schemeClr>
                </a:solidFill>
                <a:latin typeface="+mn-lt"/>
                <a:ea typeface="Roboto" panose="02000000000000000000" pitchFamily="2" charset="0"/>
              </a:defRPr>
            </a:lvl1pPr>
          </a:lstStyle>
          <a:p>
            <a:r>
              <a:rPr lang="en-US" dirty="0"/>
              <a:t>Add picture here – 1:1</a:t>
            </a:r>
          </a:p>
        </p:txBody>
      </p:sp>
      <p:sp>
        <p:nvSpPr>
          <p:cNvPr id="11" name="正方形/長方形 10"/>
          <p:cNvSpPr/>
          <p:nvPr userDrawn="1"/>
        </p:nvSpPr>
        <p:spPr>
          <a:xfrm>
            <a:off x="839052" y="2094204"/>
            <a:ext cx="180000" cy="3795608"/>
          </a:xfrm>
          <a:prstGeom prst="rect">
            <a:avLst/>
          </a:prstGeom>
          <a:solidFill>
            <a:srgbClr val="FF66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4050">
              <a:latin typeface="+mj-lt"/>
            </a:endParaRPr>
          </a:p>
        </p:txBody>
      </p:sp>
      <p:sp>
        <p:nvSpPr>
          <p:cNvPr id="12" name="テキスト プレースホルダー 8"/>
          <p:cNvSpPr>
            <a:spLocks noGrp="1"/>
          </p:cNvSpPr>
          <p:nvPr>
            <p:ph type="body" sz="quarter" idx="13" hasCustomPrompt="1"/>
          </p:nvPr>
        </p:nvSpPr>
        <p:spPr>
          <a:xfrm>
            <a:off x="839053" y="5994876"/>
            <a:ext cx="3941815" cy="635549"/>
          </a:xfrm>
          <a:prstGeom prst="rect">
            <a:avLst/>
          </a:prstGeom>
        </p:spPr>
        <p:txBody>
          <a:bodyPr anchor="b"/>
          <a:lstStyle>
            <a:lvl1pPr algn="l">
              <a:defRPr sz="3600" baseline="0">
                <a:solidFill>
                  <a:srgbClr val="FF6600"/>
                </a:solidFill>
                <a:latin typeface="+mj-lt"/>
                <a:ea typeface="A-OTF Gothic BBB Pro Medium" panose="020B0400000000000000" pitchFamily="34" charset="-128"/>
                <a:cs typeface="A-OTF Gothic BBB Pro Medium" panose="020B0400000000000000" pitchFamily="34" charset="-128"/>
              </a:defRPr>
            </a:lvl1pPr>
            <a:lvl2pPr>
              <a:defRPr>
                <a:latin typeface="Bebas Neue Bold" panose="020B0606020202050201" pitchFamily="34" charset="0"/>
              </a:defRPr>
            </a:lvl2pPr>
            <a:lvl3pPr>
              <a:defRPr>
                <a:latin typeface="Bebas Neue Bold" panose="020B0606020202050201" pitchFamily="34" charset="0"/>
              </a:defRPr>
            </a:lvl3pPr>
            <a:lvl4pPr>
              <a:defRPr>
                <a:latin typeface="Bebas Neue Bold" panose="020B0606020202050201" pitchFamily="34" charset="0"/>
              </a:defRPr>
            </a:lvl4pPr>
            <a:lvl5pPr>
              <a:defRPr>
                <a:latin typeface="Bebas Neue Bold" panose="020B0606020202050201" pitchFamily="34" charset="0"/>
              </a:defRPr>
            </a:lvl5pPr>
          </a:lstStyle>
          <a:p>
            <a:pPr lvl="0"/>
            <a:r>
              <a:rPr lang="en-US" altLang="ja-JP" dirty="0"/>
              <a:t>Caption Here</a:t>
            </a:r>
            <a:endParaRPr lang="ja-JP" altLang="en-US" dirty="0"/>
          </a:p>
        </p:txBody>
      </p:sp>
      <p:sp>
        <p:nvSpPr>
          <p:cNvPr id="13" name="テキスト プレースホルダー 8"/>
          <p:cNvSpPr>
            <a:spLocks noGrp="1"/>
          </p:cNvSpPr>
          <p:nvPr>
            <p:ph type="body" sz="quarter" idx="14" hasCustomPrompt="1"/>
          </p:nvPr>
        </p:nvSpPr>
        <p:spPr>
          <a:xfrm>
            <a:off x="831956" y="6681699"/>
            <a:ext cx="3948912" cy="2529535"/>
          </a:xfrm>
          <a:prstGeom prst="rect">
            <a:avLst/>
          </a:prstGeom>
        </p:spPr>
        <p:txBody>
          <a:bodyPr anchor="t"/>
          <a:lstStyle>
            <a:lvl1pPr algn="l">
              <a:lnSpc>
                <a:spcPts val="2800"/>
              </a:lnSpc>
              <a:defRPr sz="2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Roboto" panose="02000000000000000000" pitchFamily="2" charset="0"/>
                <a:cs typeface="A-OTF Gothic BBB Pro Medium" panose="020B0400000000000000" pitchFamily="34" charset="-128"/>
              </a:defRPr>
            </a:lvl1pPr>
            <a:lvl2pPr>
              <a:defRPr>
                <a:latin typeface="Bebas Neue Bold" panose="020B0606020202050201" pitchFamily="34" charset="0"/>
              </a:defRPr>
            </a:lvl2pPr>
            <a:lvl3pPr>
              <a:defRPr>
                <a:latin typeface="Bebas Neue Bold" panose="020B0606020202050201" pitchFamily="34" charset="0"/>
              </a:defRPr>
            </a:lvl3pPr>
            <a:lvl4pPr>
              <a:defRPr>
                <a:latin typeface="Bebas Neue Bold" panose="020B0606020202050201" pitchFamily="34" charset="0"/>
              </a:defRPr>
            </a:lvl4pPr>
            <a:lvl5pPr>
              <a:defRPr>
                <a:latin typeface="Bebas Neue Bold" panose="020B0606020202050201" pitchFamily="34" charset="0"/>
              </a:defRPr>
            </a:lvl5pPr>
          </a:lstStyle>
          <a:p>
            <a:pPr lvl="0"/>
            <a:r>
              <a:rPr lang="en-US" altLang="ja-JP" dirty="0"/>
              <a:t>Text Here</a:t>
            </a:r>
            <a:endParaRPr lang="ja-JP" altLang="en-US" dirty="0"/>
          </a:p>
        </p:txBody>
      </p:sp>
      <p:cxnSp>
        <p:nvCxnSpPr>
          <p:cNvPr id="14" name="直線コネクタ 13"/>
          <p:cNvCxnSpPr/>
          <p:nvPr userDrawn="1"/>
        </p:nvCxnSpPr>
        <p:spPr>
          <a:xfrm>
            <a:off x="839053" y="6583152"/>
            <a:ext cx="3941815" cy="0"/>
          </a:xfrm>
          <a:prstGeom prst="line">
            <a:avLst/>
          </a:prstGeom>
          <a:ln w="19050">
            <a:solidFill>
              <a:srgbClr val="FF660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図プレースホルダー 8"/>
          <p:cNvSpPr>
            <a:spLocks noGrp="1"/>
          </p:cNvSpPr>
          <p:nvPr>
            <p:ph type="pic" sz="quarter" idx="15" hasCustomPrompt="1"/>
          </p:nvPr>
        </p:nvSpPr>
        <p:spPr>
          <a:xfrm>
            <a:off x="5239977" y="2094204"/>
            <a:ext cx="3794644" cy="3795608"/>
          </a:xfrm>
          <a:prstGeom prst="rect">
            <a:avLst/>
          </a:prstGeom>
        </p:spPr>
        <p:txBody>
          <a:bodyPr/>
          <a:lstStyle>
            <a:lvl1pPr>
              <a:defRPr baseline="0">
                <a:solidFill>
                  <a:schemeClr val="bg2">
                    <a:lumMod val="50000"/>
                  </a:schemeClr>
                </a:solidFill>
                <a:latin typeface="+mn-lt"/>
                <a:ea typeface="Roboto" panose="02000000000000000000" pitchFamily="2" charset="0"/>
              </a:defRPr>
            </a:lvl1pPr>
          </a:lstStyle>
          <a:p>
            <a:r>
              <a:rPr lang="en-US" dirty="0"/>
              <a:t>Add picture here – 1:1</a:t>
            </a:r>
          </a:p>
        </p:txBody>
      </p:sp>
      <p:sp>
        <p:nvSpPr>
          <p:cNvPr id="19" name="正方形/長方形 18"/>
          <p:cNvSpPr/>
          <p:nvPr userDrawn="1"/>
        </p:nvSpPr>
        <p:spPr>
          <a:xfrm>
            <a:off x="5092805" y="2094204"/>
            <a:ext cx="180000" cy="3795608"/>
          </a:xfrm>
          <a:prstGeom prst="rect">
            <a:avLst/>
          </a:prstGeom>
          <a:solidFill>
            <a:srgbClr val="FF66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4050">
              <a:latin typeface="+mj-lt"/>
            </a:endParaRPr>
          </a:p>
        </p:txBody>
      </p:sp>
      <p:sp>
        <p:nvSpPr>
          <p:cNvPr id="20" name="テキスト プレースホルダー 8"/>
          <p:cNvSpPr>
            <a:spLocks noGrp="1"/>
          </p:cNvSpPr>
          <p:nvPr>
            <p:ph type="body" sz="quarter" idx="16" hasCustomPrompt="1"/>
          </p:nvPr>
        </p:nvSpPr>
        <p:spPr>
          <a:xfrm>
            <a:off x="5092806" y="5994876"/>
            <a:ext cx="3941815" cy="635549"/>
          </a:xfrm>
          <a:prstGeom prst="rect">
            <a:avLst/>
          </a:prstGeom>
        </p:spPr>
        <p:txBody>
          <a:bodyPr anchor="b"/>
          <a:lstStyle>
            <a:lvl1pPr algn="l">
              <a:defRPr sz="3600" baseline="0">
                <a:solidFill>
                  <a:srgbClr val="FF6600"/>
                </a:solidFill>
                <a:latin typeface="+mj-lt"/>
                <a:ea typeface="A-OTF Gothic BBB Pro Medium" panose="020B0400000000000000" pitchFamily="34" charset="-128"/>
                <a:cs typeface="A-OTF Gothic BBB Pro Medium" panose="020B0400000000000000" pitchFamily="34" charset="-128"/>
              </a:defRPr>
            </a:lvl1pPr>
            <a:lvl2pPr>
              <a:defRPr>
                <a:latin typeface="Bebas Neue Bold" panose="020B0606020202050201" pitchFamily="34" charset="0"/>
              </a:defRPr>
            </a:lvl2pPr>
            <a:lvl3pPr>
              <a:defRPr>
                <a:latin typeface="Bebas Neue Bold" panose="020B0606020202050201" pitchFamily="34" charset="0"/>
              </a:defRPr>
            </a:lvl3pPr>
            <a:lvl4pPr>
              <a:defRPr>
                <a:latin typeface="Bebas Neue Bold" panose="020B0606020202050201" pitchFamily="34" charset="0"/>
              </a:defRPr>
            </a:lvl4pPr>
            <a:lvl5pPr>
              <a:defRPr>
                <a:latin typeface="Bebas Neue Bold" panose="020B0606020202050201" pitchFamily="34" charset="0"/>
              </a:defRPr>
            </a:lvl5pPr>
          </a:lstStyle>
          <a:p>
            <a:pPr lvl="0"/>
            <a:r>
              <a:rPr lang="en-US" altLang="ja-JP" dirty="0"/>
              <a:t>Caption Here</a:t>
            </a:r>
            <a:endParaRPr lang="ja-JP" altLang="en-US" dirty="0"/>
          </a:p>
        </p:txBody>
      </p:sp>
      <p:sp>
        <p:nvSpPr>
          <p:cNvPr id="21" name="テキスト プレースホルダー 8"/>
          <p:cNvSpPr>
            <a:spLocks noGrp="1"/>
          </p:cNvSpPr>
          <p:nvPr>
            <p:ph type="body" sz="quarter" idx="17" hasCustomPrompt="1"/>
          </p:nvPr>
        </p:nvSpPr>
        <p:spPr>
          <a:xfrm>
            <a:off x="5085709" y="6681699"/>
            <a:ext cx="3948912" cy="2529535"/>
          </a:xfrm>
          <a:prstGeom prst="rect">
            <a:avLst/>
          </a:prstGeom>
        </p:spPr>
        <p:txBody>
          <a:bodyPr anchor="t"/>
          <a:lstStyle>
            <a:lvl1pPr algn="l">
              <a:lnSpc>
                <a:spcPts val="2800"/>
              </a:lnSpc>
              <a:defRPr sz="2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Roboto" panose="02000000000000000000" pitchFamily="2" charset="0"/>
                <a:cs typeface="A-OTF Gothic BBB Pro Medium" panose="020B0400000000000000" pitchFamily="34" charset="-128"/>
              </a:defRPr>
            </a:lvl1pPr>
            <a:lvl2pPr>
              <a:defRPr>
                <a:latin typeface="Bebas Neue Bold" panose="020B0606020202050201" pitchFamily="34" charset="0"/>
              </a:defRPr>
            </a:lvl2pPr>
            <a:lvl3pPr>
              <a:defRPr>
                <a:latin typeface="Bebas Neue Bold" panose="020B0606020202050201" pitchFamily="34" charset="0"/>
              </a:defRPr>
            </a:lvl3pPr>
            <a:lvl4pPr>
              <a:defRPr>
                <a:latin typeface="Bebas Neue Bold" panose="020B0606020202050201" pitchFamily="34" charset="0"/>
              </a:defRPr>
            </a:lvl4pPr>
            <a:lvl5pPr>
              <a:defRPr>
                <a:latin typeface="Bebas Neue Bold" panose="020B0606020202050201" pitchFamily="34" charset="0"/>
              </a:defRPr>
            </a:lvl5pPr>
          </a:lstStyle>
          <a:p>
            <a:pPr lvl="0"/>
            <a:r>
              <a:rPr lang="en-US" altLang="ja-JP" dirty="0"/>
              <a:t>Text Here</a:t>
            </a:r>
            <a:endParaRPr lang="ja-JP" altLang="en-US" dirty="0"/>
          </a:p>
        </p:txBody>
      </p:sp>
      <p:cxnSp>
        <p:nvCxnSpPr>
          <p:cNvPr id="22" name="直線コネクタ 21"/>
          <p:cNvCxnSpPr/>
          <p:nvPr userDrawn="1"/>
        </p:nvCxnSpPr>
        <p:spPr>
          <a:xfrm>
            <a:off x="5092806" y="6583152"/>
            <a:ext cx="3941815" cy="0"/>
          </a:xfrm>
          <a:prstGeom prst="line">
            <a:avLst/>
          </a:prstGeom>
          <a:ln w="19050">
            <a:solidFill>
              <a:srgbClr val="FF660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図プレースホルダー 8"/>
          <p:cNvSpPr>
            <a:spLocks noGrp="1"/>
          </p:cNvSpPr>
          <p:nvPr>
            <p:ph type="pic" sz="quarter" idx="18" hasCustomPrompt="1"/>
          </p:nvPr>
        </p:nvSpPr>
        <p:spPr>
          <a:xfrm>
            <a:off x="9500079" y="2094204"/>
            <a:ext cx="3794644" cy="3795608"/>
          </a:xfrm>
          <a:prstGeom prst="rect">
            <a:avLst/>
          </a:prstGeom>
        </p:spPr>
        <p:txBody>
          <a:bodyPr/>
          <a:lstStyle>
            <a:lvl1pPr>
              <a:defRPr baseline="0">
                <a:solidFill>
                  <a:schemeClr val="bg2">
                    <a:lumMod val="50000"/>
                  </a:schemeClr>
                </a:solidFill>
                <a:latin typeface="+mn-lt"/>
                <a:ea typeface="Roboto" panose="02000000000000000000" pitchFamily="2" charset="0"/>
              </a:defRPr>
            </a:lvl1pPr>
          </a:lstStyle>
          <a:p>
            <a:r>
              <a:rPr lang="en-US" dirty="0"/>
              <a:t>Add picture here – 1:1</a:t>
            </a:r>
          </a:p>
        </p:txBody>
      </p:sp>
      <p:sp>
        <p:nvSpPr>
          <p:cNvPr id="24" name="正方形/長方形 23"/>
          <p:cNvSpPr/>
          <p:nvPr userDrawn="1"/>
        </p:nvSpPr>
        <p:spPr>
          <a:xfrm>
            <a:off x="9352907" y="2094204"/>
            <a:ext cx="180000" cy="3795608"/>
          </a:xfrm>
          <a:prstGeom prst="rect">
            <a:avLst/>
          </a:prstGeom>
          <a:solidFill>
            <a:srgbClr val="FF66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4050">
              <a:latin typeface="+mj-lt"/>
            </a:endParaRPr>
          </a:p>
        </p:txBody>
      </p:sp>
      <p:sp>
        <p:nvSpPr>
          <p:cNvPr id="25" name="テキスト プレースホルダー 8"/>
          <p:cNvSpPr>
            <a:spLocks noGrp="1"/>
          </p:cNvSpPr>
          <p:nvPr>
            <p:ph type="body" sz="quarter" idx="19" hasCustomPrompt="1"/>
          </p:nvPr>
        </p:nvSpPr>
        <p:spPr>
          <a:xfrm>
            <a:off x="9352908" y="5994876"/>
            <a:ext cx="3941815" cy="635549"/>
          </a:xfrm>
          <a:prstGeom prst="rect">
            <a:avLst/>
          </a:prstGeom>
        </p:spPr>
        <p:txBody>
          <a:bodyPr anchor="b"/>
          <a:lstStyle>
            <a:lvl1pPr algn="l">
              <a:defRPr sz="3600" baseline="0">
                <a:solidFill>
                  <a:srgbClr val="FF6600"/>
                </a:solidFill>
                <a:latin typeface="+mj-lt"/>
                <a:ea typeface="A-OTF Gothic BBB Pro Medium" panose="020B0400000000000000" pitchFamily="34" charset="-128"/>
                <a:cs typeface="A-OTF Gothic BBB Pro Medium" panose="020B0400000000000000" pitchFamily="34" charset="-128"/>
              </a:defRPr>
            </a:lvl1pPr>
            <a:lvl2pPr>
              <a:defRPr>
                <a:latin typeface="Bebas Neue Bold" panose="020B0606020202050201" pitchFamily="34" charset="0"/>
              </a:defRPr>
            </a:lvl2pPr>
            <a:lvl3pPr>
              <a:defRPr>
                <a:latin typeface="Bebas Neue Bold" panose="020B0606020202050201" pitchFamily="34" charset="0"/>
              </a:defRPr>
            </a:lvl3pPr>
            <a:lvl4pPr>
              <a:defRPr>
                <a:latin typeface="Bebas Neue Bold" panose="020B0606020202050201" pitchFamily="34" charset="0"/>
              </a:defRPr>
            </a:lvl4pPr>
            <a:lvl5pPr>
              <a:defRPr>
                <a:latin typeface="Bebas Neue Bold" panose="020B0606020202050201" pitchFamily="34" charset="0"/>
              </a:defRPr>
            </a:lvl5pPr>
          </a:lstStyle>
          <a:p>
            <a:pPr lvl="0"/>
            <a:r>
              <a:rPr lang="en-US" altLang="ja-JP" dirty="0"/>
              <a:t>Caption Here</a:t>
            </a:r>
            <a:endParaRPr lang="ja-JP" altLang="en-US" dirty="0"/>
          </a:p>
        </p:txBody>
      </p:sp>
      <p:sp>
        <p:nvSpPr>
          <p:cNvPr id="26" name="テキスト プレースホルダー 8"/>
          <p:cNvSpPr>
            <a:spLocks noGrp="1"/>
          </p:cNvSpPr>
          <p:nvPr>
            <p:ph type="body" sz="quarter" idx="20" hasCustomPrompt="1"/>
          </p:nvPr>
        </p:nvSpPr>
        <p:spPr>
          <a:xfrm>
            <a:off x="9345811" y="6681699"/>
            <a:ext cx="3948912" cy="2529535"/>
          </a:xfrm>
          <a:prstGeom prst="rect">
            <a:avLst/>
          </a:prstGeom>
        </p:spPr>
        <p:txBody>
          <a:bodyPr anchor="t"/>
          <a:lstStyle>
            <a:lvl1pPr algn="l">
              <a:lnSpc>
                <a:spcPts val="2800"/>
              </a:lnSpc>
              <a:defRPr sz="2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Roboto" panose="02000000000000000000" pitchFamily="2" charset="0"/>
                <a:cs typeface="A-OTF Gothic BBB Pro Medium" panose="020B0400000000000000" pitchFamily="34" charset="-128"/>
              </a:defRPr>
            </a:lvl1pPr>
            <a:lvl2pPr>
              <a:defRPr>
                <a:latin typeface="Bebas Neue Bold" panose="020B0606020202050201" pitchFamily="34" charset="0"/>
              </a:defRPr>
            </a:lvl2pPr>
            <a:lvl3pPr>
              <a:defRPr>
                <a:latin typeface="Bebas Neue Bold" panose="020B0606020202050201" pitchFamily="34" charset="0"/>
              </a:defRPr>
            </a:lvl3pPr>
            <a:lvl4pPr>
              <a:defRPr>
                <a:latin typeface="Bebas Neue Bold" panose="020B0606020202050201" pitchFamily="34" charset="0"/>
              </a:defRPr>
            </a:lvl4pPr>
            <a:lvl5pPr>
              <a:defRPr>
                <a:latin typeface="Bebas Neue Bold" panose="020B0606020202050201" pitchFamily="34" charset="0"/>
              </a:defRPr>
            </a:lvl5pPr>
          </a:lstStyle>
          <a:p>
            <a:pPr lvl="0"/>
            <a:r>
              <a:rPr lang="en-US" altLang="ja-JP" dirty="0"/>
              <a:t>Text Here</a:t>
            </a:r>
            <a:endParaRPr lang="ja-JP" altLang="en-US" dirty="0"/>
          </a:p>
        </p:txBody>
      </p:sp>
      <p:cxnSp>
        <p:nvCxnSpPr>
          <p:cNvPr id="27" name="直線コネクタ 26"/>
          <p:cNvCxnSpPr/>
          <p:nvPr userDrawn="1"/>
        </p:nvCxnSpPr>
        <p:spPr>
          <a:xfrm>
            <a:off x="9352908" y="6583152"/>
            <a:ext cx="3941815" cy="0"/>
          </a:xfrm>
          <a:prstGeom prst="line">
            <a:avLst/>
          </a:prstGeom>
          <a:ln w="19050">
            <a:solidFill>
              <a:srgbClr val="FF660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図プレースホルダー 8"/>
          <p:cNvSpPr>
            <a:spLocks noGrp="1"/>
          </p:cNvSpPr>
          <p:nvPr>
            <p:ph type="pic" sz="quarter" idx="21" hasCustomPrompt="1"/>
          </p:nvPr>
        </p:nvSpPr>
        <p:spPr>
          <a:xfrm>
            <a:off x="13753832" y="2094204"/>
            <a:ext cx="3794644" cy="3795608"/>
          </a:xfrm>
          <a:prstGeom prst="rect">
            <a:avLst/>
          </a:prstGeom>
        </p:spPr>
        <p:txBody>
          <a:bodyPr/>
          <a:lstStyle>
            <a:lvl1pPr>
              <a:defRPr baseline="0">
                <a:solidFill>
                  <a:schemeClr val="bg2">
                    <a:lumMod val="50000"/>
                  </a:schemeClr>
                </a:solidFill>
                <a:latin typeface="+mn-lt"/>
                <a:ea typeface="Roboto" panose="02000000000000000000" pitchFamily="2" charset="0"/>
              </a:defRPr>
            </a:lvl1pPr>
          </a:lstStyle>
          <a:p>
            <a:r>
              <a:rPr lang="en-US" dirty="0"/>
              <a:t>Add picture here – 1:1</a:t>
            </a:r>
          </a:p>
        </p:txBody>
      </p:sp>
      <p:sp>
        <p:nvSpPr>
          <p:cNvPr id="29" name="正方形/長方形 28"/>
          <p:cNvSpPr/>
          <p:nvPr userDrawn="1"/>
        </p:nvSpPr>
        <p:spPr>
          <a:xfrm>
            <a:off x="13606660" y="2094204"/>
            <a:ext cx="180000" cy="3795608"/>
          </a:xfrm>
          <a:prstGeom prst="rect">
            <a:avLst/>
          </a:prstGeom>
          <a:solidFill>
            <a:srgbClr val="FF66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4050">
              <a:latin typeface="+mj-lt"/>
            </a:endParaRPr>
          </a:p>
        </p:txBody>
      </p:sp>
      <p:sp>
        <p:nvSpPr>
          <p:cNvPr id="30" name="テキスト プレースホルダー 8"/>
          <p:cNvSpPr>
            <a:spLocks noGrp="1"/>
          </p:cNvSpPr>
          <p:nvPr>
            <p:ph type="body" sz="quarter" idx="22" hasCustomPrompt="1"/>
          </p:nvPr>
        </p:nvSpPr>
        <p:spPr>
          <a:xfrm>
            <a:off x="13606661" y="5994876"/>
            <a:ext cx="3941815" cy="635549"/>
          </a:xfrm>
          <a:prstGeom prst="rect">
            <a:avLst/>
          </a:prstGeom>
        </p:spPr>
        <p:txBody>
          <a:bodyPr anchor="b"/>
          <a:lstStyle>
            <a:lvl1pPr algn="l">
              <a:defRPr sz="3600" baseline="0">
                <a:solidFill>
                  <a:srgbClr val="FF6600"/>
                </a:solidFill>
                <a:latin typeface="+mj-lt"/>
                <a:ea typeface="A-OTF Gothic BBB Pro Medium" panose="020B0400000000000000" pitchFamily="34" charset="-128"/>
                <a:cs typeface="A-OTF Gothic BBB Pro Medium" panose="020B0400000000000000" pitchFamily="34" charset="-128"/>
              </a:defRPr>
            </a:lvl1pPr>
            <a:lvl2pPr>
              <a:defRPr>
                <a:latin typeface="Bebas Neue Bold" panose="020B0606020202050201" pitchFamily="34" charset="0"/>
              </a:defRPr>
            </a:lvl2pPr>
            <a:lvl3pPr>
              <a:defRPr>
                <a:latin typeface="Bebas Neue Bold" panose="020B0606020202050201" pitchFamily="34" charset="0"/>
              </a:defRPr>
            </a:lvl3pPr>
            <a:lvl4pPr>
              <a:defRPr>
                <a:latin typeface="Bebas Neue Bold" panose="020B0606020202050201" pitchFamily="34" charset="0"/>
              </a:defRPr>
            </a:lvl4pPr>
            <a:lvl5pPr>
              <a:defRPr>
                <a:latin typeface="Bebas Neue Bold" panose="020B0606020202050201" pitchFamily="34" charset="0"/>
              </a:defRPr>
            </a:lvl5pPr>
          </a:lstStyle>
          <a:p>
            <a:pPr lvl="0"/>
            <a:r>
              <a:rPr lang="en-US" altLang="ja-JP" dirty="0"/>
              <a:t>Caption Here</a:t>
            </a:r>
            <a:endParaRPr lang="ja-JP" altLang="en-US" dirty="0"/>
          </a:p>
        </p:txBody>
      </p:sp>
      <p:sp>
        <p:nvSpPr>
          <p:cNvPr id="31" name="テキスト プレースホルダー 8"/>
          <p:cNvSpPr>
            <a:spLocks noGrp="1"/>
          </p:cNvSpPr>
          <p:nvPr>
            <p:ph type="body" sz="quarter" idx="23" hasCustomPrompt="1"/>
          </p:nvPr>
        </p:nvSpPr>
        <p:spPr>
          <a:xfrm>
            <a:off x="13599564" y="6681699"/>
            <a:ext cx="3948912" cy="2529535"/>
          </a:xfrm>
          <a:prstGeom prst="rect">
            <a:avLst/>
          </a:prstGeom>
        </p:spPr>
        <p:txBody>
          <a:bodyPr anchor="t"/>
          <a:lstStyle>
            <a:lvl1pPr algn="l">
              <a:lnSpc>
                <a:spcPts val="2800"/>
              </a:lnSpc>
              <a:defRPr sz="2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Roboto" panose="02000000000000000000" pitchFamily="2" charset="0"/>
                <a:cs typeface="A-OTF Gothic BBB Pro Medium" panose="020B0400000000000000" pitchFamily="34" charset="-128"/>
              </a:defRPr>
            </a:lvl1pPr>
            <a:lvl2pPr>
              <a:defRPr>
                <a:latin typeface="Bebas Neue Bold" panose="020B0606020202050201" pitchFamily="34" charset="0"/>
              </a:defRPr>
            </a:lvl2pPr>
            <a:lvl3pPr>
              <a:defRPr>
                <a:latin typeface="Bebas Neue Bold" panose="020B0606020202050201" pitchFamily="34" charset="0"/>
              </a:defRPr>
            </a:lvl3pPr>
            <a:lvl4pPr>
              <a:defRPr>
                <a:latin typeface="Bebas Neue Bold" panose="020B0606020202050201" pitchFamily="34" charset="0"/>
              </a:defRPr>
            </a:lvl4pPr>
            <a:lvl5pPr>
              <a:defRPr>
                <a:latin typeface="Bebas Neue Bold" panose="020B0606020202050201" pitchFamily="34" charset="0"/>
              </a:defRPr>
            </a:lvl5pPr>
          </a:lstStyle>
          <a:p>
            <a:pPr lvl="0"/>
            <a:r>
              <a:rPr lang="en-US" altLang="ja-JP" dirty="0"/>
              <a:t>Text Here</a:t>
            </a:r>
            <a:endParaRPr lang="ja-JP" altLang="en-US" dirty="0"/>
          </a:p>
        </p:txBody>
      </p:sp>
      <p:cxnSp>
        <p:nvCxnSpPr>
          <p:cNvPr id="32" name="直線コネクタ 31"/>
          <p:cNvCxnSpPr/>
          <p:nvPr userDrawn="1"/>
        </p:nvCxnSpPr>
        <p:spPr>
          <a:xfrm>
            <a:off x="13606661" y="6583152"/>
            <a:ext cx="3941815" cy="0"/>
          </a:xfrm>
          <a:prstGeom prst="line">
            <a:avLst/>
          </a:prstGeom>
          <a:ln w="19050">
            <a:solidFill>
              <a:srgbClr val="FF660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3898547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 Columns -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 hasCustomPrompt="1"/>
          </p:nvPr>
        </p:nvSpPr>
        <p:spPr>
          <a:xfrm>
            <a:off x="484675" y="132353"/>
            <a:ext cx="17646914" cy="770016"/>
          </a:xfrm>
          <a:prstGeom prst="rect">
            <a:avLst/>
          </a:prstGeom>
        </p:spPr>
        <p:txBody>
          <a:bodyPr anchor="t"/>
          <a:lstStyle>
            <a:lvl1pPr>
              <a:defRPr baseline="0">
                <a:latin typeface="+mj-lt"/>
              </a:defRPr>
            </a:lvl1pPr>
          </a:lstStyle>
          <a:p>
            <a:r>
              <a:rPr lang="en-US" dirty="0"/>
              <a:t>Slide Title Here</a:t>
            </a:r>
          </a:p>
        </p:txBody>
      </p:sp>
      <p:sp>
        <p:nvSpPr>
          <p:cNvPr id="3" name="フッター プレースホルダー 2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>
                <a:latin typeface="+mj-lt"/>
              </a:defRPr>
            </a:lvl1pPr>
          </a:lstStyle>
          <a:p>
            <a:r>
              <a:rPr lang="en-US"/>
              <a:t>Time and Attendance</a:t>
            </a:r>
            <a:endParaRPr lang="en-US" dirty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latin typeface="+mj-lt"/>
              </a:defRPr>
            </a:lvl1pPr>
          </a:lstStyle>
          <a:p>
            <a:fld id="{DAEF4D36-AE85-49C9-90DE-66D02B257272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6" name="サブタイトル 2"/>
          <p:cNvSpPr>
            <a:spLocks noGrp="1"/>
          </p:cNvSpPr>
          <p:nvPr>
            <p:ph type="subTitle" idx="1" hasCustomPrompt="1"/>
          </p:nvPr>
        </p:nvSpPr>
        <p:spPr>
          <a:xfrm>
            <a:off x="484675" y="908365"/>
            <a:ext cx="17646914" cy="445226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l">
              <a:buNone/>
              <a:defRPr sz="3000" baseline="0">
                <a:solidFill>
                  <a:srgbClr val="FF6600"/>
                </a:solidFill>
                <a:latin typeface="+mj-lt"/>
                <a:ea typeface="A-OTF Gothic BBB Pro Medium" panose="020B0400000000000000" pitchFamily="34" charset="-128"/>
                <a:cs typeface="Clear Sans Light" panose="020B0303030202020304" pitchFamily="34" charset="0"/>
              </a:defRPr>
            </a:lvl1pPr>
            <a:lvl2pPr marL="685800" indent="0" algn="ctr">
              <a:buNone/>
              <a:defRPr sz="3000"/>
            </a:lvl2pPr>
            <a:lvl3pPr marL="1371600" indent="0" algn="ctr">
              <a:buNone/>
              <a:defRPr sz="2700"/>
            </a:lvl3pPr>
            <a:lvl4pPr marL="2057400" indent="0" algn="ctr">
              <a:buNone/>
              <a:defRPr sz="2400"/>
            </a:lvl4pPr>
            <a:lvl5pPr marL="2743200" indent="0" algn="ctr">
              <a:buNone/>
              <a:defRPr sz="2400"/>
            </a:lvl5pPr>
            <a:lvl6pPr marL="3429000" indent="0" algn="ctr">
              <a:buNone/>
              <a:defRPr sz="2400"/>
            </a:lvl6pPr>
            <a:lvl7pPr marL="4114800" indent="0" algn="ctr">
              <a:buNone/>
              <a:defRPr sz="2400"/>
            </a:lvl7pPr>
            <a:lvl8pPr marL="4800600" indent="0" algn="ctr">
              <a:buNone/>
              <a:defRPr sz="2400"/>
            </a:lvl8pPr>
            <a:lvl9pPr marL="5486400" indent="0" algn="ctr">
              <a:buNone/>
              <a:defRPr sz="2400"/>
            </a:lvl9pPr>
          </a:lstStyle>
          <a:p>
            <a:r>
              <a:rPr lang="en-US" altLang="ja-JP" dirty="0"/>
              <a:t>A brief description here</a:t>
            </a:r>
            <a:endParaRPr lang="en-US" dirty="0"/>
          </a:p>
        </p:txBody>
      </p:sp>
      <p:sp>
        <p:nvSpPr>
          <p:cNvPr id="9" name="図プレースホルダー 8"/>
          <p:cNvSpPr>
            <a:spLocks noGrp="1"/>
          </p:cNvSpPr>
          <p:nvPr>
            <p:ph type="pic" sz="quarter" idx="12" hasCustomPrompt="1"/>
          </p:nvPr>
        </p:nvSpPr>
        <p:spPr>
          <a:xfrm>
            <a:off x="1610338" y="2094204"/>
            <a:ext cx="3794644" cy="3795608"/>
          </a:xfrm>
          <a:prstGeom prst="rect">
            <a:avLst/>
          </a:prstGeom>
        </p:spPr>
        <p:txBody>
          <a:bodyPr/>
          <a:lstStyle>
            <a:lvl1pPr>
              <a:defRPr baseline="0">
                <a:solidFill>
                  <a:schemeClr val="bg2">
                    <a:lumMod val="50000"/>
                  </a:schemeClr>
                </a:solidFill>
                <a:latin typeface="+mn-lt"/>
                <a:ea typeface="Roboto" panose="02000000000000000000" pitchFamily="2" charset="0"/>
              </a:defRPr>
            </a:lvl1pPr>
          </a:lstStyle>
          <a:p>
            <a:r>
              <a:rPr lang="en-US" dirty="0"/>
              <a:t>Add picture here – 1:1</a:t>
            </a:r>
          </a:p>
        </p:txBody>
      </p:sp>
      <p:sp>
        <p:nvSpPr>
          <p:cNvPr id="11" name="正方形/長方形 10"/>
          <p:cNvSpPr/>
          <p:nvPr userDrawn="1"/>
        </p:nvSpPr>
        <p:spPr>
          <a:xfrm>
            <a:off x="1463166" y="2094204"/>
            <a:ext cx="180000" cy="3795608"/>
          </a:xfrm>
          <a:prstGeom prst="rect">
            <a:avLst/>
          </a:prstGeom>
          <a:solidFill>
            <a:srgbClr val="FF66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4050">
              <a:latin typeface="+mj-lt"/>
            </a:endParaRPr>
          </a:p>
        </p:txBody>
      </p:sp>
      <p:sp>
        <p:nvSpPr>
          <p:cNvPr id="12" name="テキスト プレースホルダー 8"/>
          <p:cNvSpPr>
            <a:spLocks noGrp="1"/>
          </p:cNvSpPr>
          <p:nvPr>
            <p:ph type="body" sz="quarter" idx="13" hasCustomPrompt="1"/>
          </p:nvPr>
        </p:nvSpPr>
        <p:spPr>
          <a:xfrm>
            <a:off x="1463167" y="5994876"/>
            <a:ext cx="3941815" cy="635549"/>
          </a:xfrm>
          <a:prstGeom prst="rect">
            <a:avLst/>
          </a:prstGeom>
        </p:spPr>
        <p:txBody>
          <a:bodyPr anchor="b"/>
          <a:lstStyle>
            <a:lvl1pPr algn="l">
              <a:defRPr sz="3600" baseline="0">
                <a:solidFill>
                  <a:srgbClr val="FF6600"/>
                </a:solidFill>
                <a:latin typeface="+mj-lt"/>
                <a:ea typeface="A-OTF Gothic BBB Pro Medium" panose="020B0400000000000000" pitchFamily="34" charset="-128"/>
                <a:cs typeface="A-OTF Gothic BBB Pro Medium" panose="020B0400000000000000" pitchFamily="34" charset="-128"/>
              </a:defRPr>
            </a:lvl1pPr>
            <a:lvl2pPr>
              <a:defRPr>
                <a:latin typeface="Bebas Neue Bold" panose="020B0606020202050201" pitchFamily="34" charset="0"/>
              </a:defRPr>
            </a:lvl2pPr>
            <a:lvl3pPr>
              <a:defRPr>
                <a:latin typeface="Bebas Neue Bold" panose="020B0606020202050201" pitchFamily="34" charset="0"/>
              </a:defRPr>
            </a:lvl3pPr>
            <a:lvl4pPr>
              <a:defRPr>
                <a:latin typeface="Bebas Neue Bold" panose="020B0606020202050201" pitchFamily="34" charset="0"/>
              </a:defRPr>
            </a:lvl4pPr>
            <a:lvl5pPr>
              <a:defRPr>
                <a:latin typeface="Bebas Neue Bold" panose="020B0606020202050201" pitchFamily="34" charset="0"/>
              </a:defRPr>
            </a:lvl5pPr>
          </a:lstStyle>
          <a:p>
            <a:pPr lvl="0"/>
            <a:r>
              <a:rPr lang="en-US" altLang="ja-JP" dirty="0"/>
              <a:t>Caption Here</a:t>
            </a:r>
            <a:endParaRPr lang="ja-JP" altLang="en-US" dirty="0"/>
          </a:p>
        </p:txBody>
      </p:sp>
      <p:sp>
        <p:nvSpPr>
          <p:cNvPr id="13" name="テキスト プレースホルダー 8"/>
          <p:cNvSpPr>
            <a:spLocks noGrp="1"/>
          </p:cNvSpPr>
          <p:nvPr>
            <p:ph type="body" sz="quarter" idx="14" hasCustomPrompt="1"/>
          </p:nvPr>
        </p:nvSpPr>
        <p:spPr>
          <a:xfrm>
            <a:off x="1456070" y="6681699"/>
            <a:ext cx="3948912" cy="2529535"/>
          </a:xfrm>
          <a:prstGeom prst="rect">
            <a:avLst/>
          </a:prstGeom>
        </p:spPr>
        <p:txBody>
          <a:bodyPr anchor="t"/>
          <a:lstStyle>
            <a:lvl1pPr algn="l">
              <a:lnSpc>
                <a:spcPts val="2800"/>
              </a:lnSpc>
              <a:defRPr sz="2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Roboto" panose="02000000000000000000" pitchFamily="2" charset="0"/>
                <a:cs typeface="A-OTF Gothic BBB Pro Medium" panose="020B0400000000000000" pitchFamily="34" charset="-128"/>
              </a:defRPr>
            </a:lvl1pPr>
            <a:lvl2pPr>
              <a:defRPr>
                <a:latin typeface="Bebas Neue Bold" panose="020B0606020202050201" pitchFamily="34" charset="0"/>
              </a:defRPr>
            </a:lvl2pPr>
            <a:lvl3pPr>
              <a:defRPr>
                <a:latin typeface="Bebas Neue Bold" panose="020B0606020202050201" pitchFamily="34" charset="0"/>
              </a:defRPr>
            </a:lvl3pPr>
            <a:lvl4pPr>
              <a:defRPr>
                <a:latin typeface="Bebas Neue Bold" panose="020B0606020202050201" pitchFamily="34" charset="0"/>
              </a:defRPr>
            </a:lvl4pPr>
            <a:lvl5pPr>
              <a:defRPr>
                <a:latin typeface="Bebas Neue Bold" panose="020B0606020202050201" pitchFamily="34" charset="0"/>
              </a:defRPr>
            </a:lvl5pPr>
          </a:lstStyle>
          <a:p>
            <a:pPr lvl="0"/>
            <a:r>
              <a:rPr lang="en-US" altLang="ja-JP" dirty="0"/>
              <a:t>Text Here</a:t>
            </a:r>
            <a:endParaRPr lang="ja-JP" altLang="en-US" dirty="0"/>
          </a:p>
        </p:txBody>
      </p:sp>
      <p:cxnSp>
        <p:nvCxnSpPr>
          <p:cNvPr id="14" name="直線コネクタ 13"/>
          <p:cNvCxnSpPr/>
          <p:nvPr userDrawn="1"/>
        </p:nvCxnSpPr>
        <p:spPr>
          <a:xfrm>
            <a:off x="1463167" y="6583152"/>
            <a:ext cx="3941815" cy="0"/>
          </a:xfrm>
          <a:prstGeom prst="line">
            <a:avLst/>
          </a:prstGeom>
          <a:ln w="19050">
            <a:solidFill>
              <a:srgbClr val="FF660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図プレースホルダー 8"/>
          <p:cNvSpPr>
            <a:spLocks noGrp="1"/>
          </p:cNvSpPr>
          <p:nvPr>
            <p:ph type="pic" sz="quarter" idx="15" hasCustomPrompt="1"/>
          </p:nvPr>
        </p:nvSpPr>
        <p:spPr>
          <a:xfrm>
            <a:off x="7286491" y="2094204"/>
            <a:ext cx="3794644" cy="3795608"/>
          </a:xfrm>
          <a:prstGeom prst="rect">
            <a:avLst/>
          </a:prstGeom>
        </p:spPr>
        <p:txBody>
          <a:bodyPr/>
          <a:lstStyle>
            <a:lvl1pPr>
              <a:defRPr baseline="0">
                <a:solidFill>
                  <a:schemeClr val="bg2">
                    <a:lumMod val="50000"/>
                  </a:schemeClr>
                </a:solidFill>
                <a:latin typeface="+mn-lt"/>
                <a:ea typeface="Roboto" panose="02000000000000000000" pitchFamily="2" charset="0"/>
              </a:defRPr>
            </a:lvl1pPr>
          </a:lstStyle>
          <a:p>
            <a:r>
              <a:rPr lang="en-US" dirty="0"/>
              <a:t>Add picture here – 1:1</a:t>
            </a:r>
          </a:p>
        </p:txBody>
      </p:sp>
      <p:sp>
        <p:nvSpPr>
          <p:cNvPr id="19" name="正方形/長方形 18"/>
          <p:cNvSpPr/>
          <p:nvPr userDrawn="1"/>
        </p:nvSpPr>
        <p:spPr>
          <a:xfrm>
            <a:off x="7139319" y="2094204"/>
            <a:ext cx="180000" cy="3795608"/>
          </a:xfrm>
          <a:prstGeom prst="rect">
            <a:avLst/>
          </a:prstGeom>
          <a:solidFill>
            <a:srgbClr val="FF66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4050">
              <a:latin typeface="+mj-lt"/>
            </a:endParaRPr>
          </a:p>
        </p:txBody>
      </p:sp>
      <p:sp>
        <p:nvSpPr>
          <p:cNvPr id="20" name="テキスト プレースホルダー 8"/>
          <p:cNvSpPr>
            <a:spLocks noGrp="1"/>
          </p:cNvSpPr>
          <p:nvPr>
            <p:ph type="body" sz="quarter" idx="16" hasCustomPrompt="1"/>
          </p:nvPr>
        </p:nvSpPr>
        <p:spPr>
          <a:xfrm>
            <a:off x="7139320" y="5994876"/>
            <a:ext cx="3941815" cy="635549"/>
          </a:xfrm>
          <a:prstGeom prst="rect">
            <a:avLst/>
          </a:prstGeom>
        </p:spPr>
        <p:txBody>
          <a:bodyPr anchor="b"/>
          <a:lstStyle>
            <a:lvl1pPr algn="l">
              <a:defRPr sz="3600" baseline="0">
                <a:solidFill>
                  <a:srgbClr val="FF6600"/>
                </a:solidFill>
                <a:latin typeface="+mj-lt"/>
                <a:ea typeface="A-OTF Gothic BBB Pro Medium" panose="020B0400000000000000" pitchFamily="34" charset="-128"/>
                <a:cs typeface="A-OTF Gothic BBB Pro Medium" panose="020B0400000000000000" pitchFamily="34" charset="-128"/>
              </a:defRPr>
            </a:lvl1pPr>
            <a:lvl2pPr>
              <a:defRPr>
                <a:latin typeface="Bebas Neue Bold" panose="020B0606020202050201" pitchFamily="34" charset="0"/>
              </a:defRPr>
            </a:lvl2pPr>
            <a:lvl3pPr>
              <a:defRPr>
                <a:latin typeface="Bebas Neue Bold" panose="020B0606020202050201" pitchFamily="34" charset="0"/>
              </a:defRPr>
            </a:lvl3pPr>
            <a:lvl4pPr>
              <a:defRPr>
                <a:latin typeface="Bebas Neue Bold" panose="020B0606020202050201" pitchFamily="34" charset="0"/>
              </a:defRPr>
            </a:lvl4pPr>
            <a:lvl5pPr>
              <a:defRPr>
                <a:latin typeface="Bebas Neue Bold" panose="020B0606020202050201" pitchFamily="34" charset="0"/>
              </a:defRPr>
            </a:lvl5pPr>
          </a:lstStyle>
          <a:p>
            <a:pPr lvl="0"/>
            <a:r>
              <a:rPr lang="en-US" altLang="ja-JP" dirty="0"/>
              <a:t>Caption Here</a:t>
            </a:r>
            <a:endParaRPr lang="ja-JP" altLang="en-US" dirty="0"/>
          </a:p>
        </p:txBody>
      </p:sp>
      <p:sp>
        <p:nvSpPr>
          <p:cNvPr id="21" name="テキスト プレースホルダー 8"/>
          <p:cNvSpPr>
            <a:spLocks noGrp="1"/>
          </p:cNvSpPr>
          <p:nvPr>
            <p:ph type="body" sz="quarter" idx="17" hasCustomPrompt="1"/>
          </p:nvPr>
        </p:nvSpPr>
        <p:spPr>
          <a:xfrm>
            <a:off x="7132223" y="6681699"/>
            <a:ext cx="3948912" cy="2529535"/>
          </a:xfrm>
          <a:prstGeom prst="rect">
            <a:avLst/>
          </a:prstGeom>
        </p:spPr>
        <p:txBody>
          <a:bodyPr anchor="t"/>
          <a:lstStyle>
            <a:lvl1pPr algn="l">
              <a:lnSpc>
                <a:spcPts val="2800"/>
              </a:lnSpc>
              <a:defRPr sz="2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Roboto" panose="02000000000000000000" pitchFamily="2" charset="0"/>
                <a:cs typeface="A-OTF Gothic BBB Pro Medium" panose="020B0400000000000000" pitchFamily="34" charset="-128"/>
              </a:defRPr>
            </a:lvl1pPr>
            <a:lvl2pPr>
              <a:defRPr>
                <a:latin typeface="Bebas Neue Bold" panose="020B0606020202050201" pitchFamily="34" charset="0"/>
              </a:defRPr>
            </a:lvl2pPr>
            <a:lvl3pPr>
              <a:defRPr>
                <a:latin typeface="Bebas Neue Bold" panose="020B0606020202050201" pitchFamily="34" charset="0"/>
              </a:defRPr>
            </a:lvl3pPr>
            <a:lvl4pPr>
              <a:defRPr>
                <a:latin typeface="Bebas Neue Bold" panose="020B0606020202050201" pitchFamily="34" charset="0"/>
              </a:defRPr>
            </a:lvl4pPr>
            <a:lvl5pPr>
              <a:defRPr>
                <a:latin typeface="Bebas Neue Bold" panose="020B0606020202050201" pitchFamily="34" charset="0"/>
              </a:defRPr>
            </a:lvl5pPr>
          </a:lstStyle>
          <a:p>
            <a:pPr lvl="0"/>
            <a:r>
              <a:rPr lang="en-US" altLang="ja-JP" dirty="0"/>
              <a:t>Text Here</a:t>
            </a:r>
            <a:endParaRPr lang="ja-JP" altLang="en-US" dirty="0"/>
          </a:p>
        </p:txBody>
      </p:sp>
      <p:cxnSp>
        <p:nvCxnSpPr>
          <p:cNvPr id="22" name="直線コネクタ 21"/>
          <p:cNvCxnSpPr/>
          <p:nvPr userDrawn="1"/>
        </p:nvCxnSpPr>
        <p:spPr>
          <a:xfrm>
            <a:off x="7139320" y="6583152"/>
            <a:ext cx="3941815" cy="0"/>
          </a:xfrm>
          <a:prstGeom prst="line">
            <a:avLst/>
          </a:prstGeom>
          <a:ln w="19050">
            <a:solidFill>
              <a:srgbClr val="FF660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図プレースホルダー 8"/>
          <p:cNvSpPr>
            <a:spLocks noGrp="1"/>
          </p:cNvSpPr>
          <p:nvPr>
            <p:ph type="pic" sz="quarter" idx="18" hasCustomPrompt="1"/>
          </p:nvPr>
        </p:nvSpPr>
        <p:spPr>
          <a:xfrm>
            <a:off x="12969740" y="2094204"/>
            <a:ext cx="3794644" cy="3795608"/>
          </a:xfrm>
          <a:prstGeom prst="rect">
            <a:avLst/>
          </a:prstGeom>
        </p:spPr>
        <p:txBody>
          <a:bodyPr/>
          <a:lstStyle>
            <a:lvl1pPr>
              <a:defRPr baseline="0">
                <a:solidFill>
                  <a:schemeClr val="bg2">
                    <a:lumMod val="50000"/>
                  </a:schemeClr>
                </a:solidFill>
                <a:latin typeface="+mn-lt"/>
                <a:ea typeface="Roboto" panose="02000000000000000000" pitchFamily="2" charset="0"/>
              </a:defRPr>
            </a:lvl1pPr>
          </a:lstStyle>
          <a:p>
            <a:r>
              <a:rPr lang="en-US" dirty="0"/>
              <a:t>Add picture here – 1:1</a:t>
            </a:r>
          </a:p>
        </p:txBody>
      </p:sp>
      <p:sp>
        <p:nvSpPr>
          <p:cNvPr id="24" name="正方形/長方形 23"/>
          <p:cNvSpPr/>
          <p:nvPr userDrawn="1"/>
        </p:nvSpPr>
        <p:spPr>
          <a:xfrm>
            <a:off x="12822568" y="2094204"/>
            <a:ext cx="180000" cy="3795608"/>
          </a:xfrm>
          <a:prstGeom prst="rect">
            <a:avLst/>
          </a:prstGeom>
          <a:solidFill>
            <a:srgbClr val="FF66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4050">
              <a:latin typeface="+mj-lt"/>
            </a:endParaRPr>
          </a:p>
        </p:txBody>
      </p:sp>
      <p:sp>
        <p:nvSpPr>
          <p:cNvPr id="25" name="テキスト プレースホルダー 8"/>
          <p:cNvSpPr>
            <a:spLocks noGrp="1"/>
          </p:cNvSpPr>
          <p:nvPr>
            <p:ph type="body" sz="quarter" idx="19" hasCustomPrompt="1"/>
          </p:nvPr>
        </p:nvSpPr>
        <p:spPr>
          <a:xfrm>
            <a:off x="12822569" y="5994876"/>
            <a:ext cx="3941815" cy="635549"/>
          </a:xfrm>
          <a:prstGeom prst="rect">
            <a:avLst/>
          </a:prstGeom>
        </p:spPr>
        <p:txBody>
          <a:bodyPr anchor="b"/>
          <a:lstStyle>
            <a:lvl1pPr algn="l">
              <a:defRPr sz="3600" baseline="0">
                <a:solidFill>
                  <a:srgbClr val="FF6600"/>
                </a:solidFill>
                <a:latin typeface="+mj-lt"/>
                <a:ea typeface="A-OTF Gothic BBB Pro Medium" panose="020B0400000000000000" pitchFamily="34" charset="-128"/>
                <a:cs typeface="A-OTF Gothic BBB Pro Medium" panose="020B0400000000000000" pitchFamily="34" charset="-128"/>
              </a:defRPr>
            </a:lvl1pPr>
            <a:lvl2pPr>
              <a:defRPr>
                <a:latin typeface="Bebas Neue Bold" panose="020B0606020202050201" pitchFamily="34" charset="0"/>
              </a:defRPr>
            </a:lvl2pPr>
            <a:lvl3pPr>
              <a:defRPr>
                <a:latin typeface="Bebas Neue Bold" panose="020B0606020202050201" pitchFamily="34" charset="0"/>
              </a:defRPr>
            </a:lvl3pPr>
            <a:lvl4pPr>
              <a:defRPr>
                <a:latin typeface="Bebas Neue Bold" panose="020B0606020202050201" pitchFamily="34" charset="0"/>
              </a:defRPr>
            </a:lvl4pPr>
            <a:lvl5pPr>
              <a:defRPr>
                <a:latin typeface="Bebas Neue Bold" panose="020B0606020202050201" pitchFamily="34" charset="0"/>
              </a:defRPr>
            </a:lvl5pPr>
          </a:lstStyle>
          <a:p>
            <a:pPr lvl="0"/>
            <a:r>
              <a:rPr lang="en-US" altLang="ja-JP" dirty="0"/>
              <a:t>Caption Here</a:t>
            </a:r>
            <a:endParaRPr lang="ja-JP" altLang="en-US" dirty="0"/>
          </a:p>
        </p:txBody>
      </p:sp>
      <p:sp>
        <p:nvSpPr>
          <p:cNvPr id="26" name="テキスト プレースホルダー 8"/>
          <p:cNvSpPr>
            <a:spLocks noGrp="1"/>
          </p:cNvSpPr>
          <p:nvPr>
            <p:ph type="body" sz="quarter" idx="20" hasCustomPrompt="1"/>
          </p:nvPr>
        </p:nvSpPr>
        <p:spPr>
          <a:xfrm>
            <a:off x="12815472" y="6681699"/>
            <a:ext cx="3948912" cy="2529535"/>
          </a:xfrm>
          <a:prstGeom prst="rect">
            <a:avLst/>
          </a:prstGeom>
        </p:spPr>
        <p:txBody>
          <a:bodyPr anchor="t"/>
          <a:lstStyle>
            <a:lvl1pPr algn="l">
              <a:lnSpc>
                <a:spcPts val="2800"/>
              </a:lnSpc>
              <a:defRPr sz="2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Roboto" panose="02000000000000000000" pitchFamily="2" charset="0"/>
                <a:cs typeface="A-OTF Gothic BBB Pro Medium" panose="020B0400000000000000" pitchFamily="34" charset="-128"/>
              </a:defRPr>
            </a:lvl1pPr>
            <a:lvl2pPr>
              <a:defRPr>
                <a:latin typeface="Bebas Neue Bold" panose="020B0606020202050201" pitchFamily="34" charset="0"/>
              </a:defRPr>
            </a:lvl2pPr>
            <a:lvl3pPr>
              <a:defRPr>
                <a:latin typeface="Bebas Neue Bold" panose="020B0606020202050201" pitchFamily="34" charset="0"/>
              </a:defRPr>
            </a:lvl3pPr>
            <a:lvl4pPr>
              <a:defRPr>
                <a:latin typeface="Bebas Neue Bold" panose="020B0606020202050201" pitchFamily="34" charset="0"/>
              </a:defRPr>
            </a:lvl4pPr>
            <a:lvl5pPr>
              <a:defRPr>
                <a:latin typeface="Bebas Neue Bold" panose="020B0606020202050201" pitchFamily="34" charset="0"/>
              </a:defRPr>
            </a:lvl5pPr>
          </a:lstStyle>
          <a:p>
            <a:pPr lvl="0"/>
            <a:r>
              <a:rPr lang="en-US" altLang="ja-JP" dirty="0"/>
              <a:t>Text Here</a:t>
            </a:r>
            <a:endParaRPr lang="ja-JP" altLang="en-US" dirty="0"/>
          </a:p>
        </p:txBody>
      </p:sp>
      <p:cxnSp>
        <p:nvCxnSpPr>
          <p:cNvPr id="27" name="直線コネクタ 26"/>
          <p:cNvCxnSpPr/>
          <p:nvPr userDrawn="1"/>
        </p:nvCxnSpPr>
        <p:spPr>
          <a:xfrm>
            <a:off x="12822569" y="6583152"/>
            <a:ext cx="3941815" cy="0"/>
          </a:xfrm>
          <a:prstGeom prst="line">
            <a:avLst/>
          </a:prstGeom>
          <a:ln w="19050">
            <a:solidFill>
              <a:srgbClr val="FF660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528138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 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 hasCustomPrompt="1"/>
          </p:nvPr>
        </p:nvSpPr>
        <p:spPr>
          <a:xfrm>
            <a:off x="484675" y="132353"/>
            <a:ext cx="17646914" cy="770016"/>
          </a:xfrm>
          <a:prstGeom prst="rect">
            <a:avLst/>
          </a:prstGeom>
        </p:spPr>
        <p:txBody>
          <a:bodyPr anchor="t"/>
          <a:lstStyle>
            <a:lvl1pPr>
              <a:defRPr baseline="0">
                <a:latin typeface="+mj-lt"/>
              </a:defRPr>
            </a:lvl1pPr>
          </a:lstStyle>
          <a:p>
            <a:r>
              <a:rPr lang="en-US" dirty="0"/>
              <a:t>Slide Title Here</a:t>
            </a:r>
          </a:p>
        </p:txBody>
      </p:sp>
      <p:sp>
        <p:nvSpPr>
          <p:cNvPr id="3" name="フッター プレースホルダー 2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>
                <a:latin typeface="+mj-lt"/>
              </a:defRPr>
            </a:lvl1pPr>
          </a:lstStyle>
          <a:p>
            <a:r>
              <a:rPr lang="en-US"/>
              <a:t>Time and Attendance</a:t>
            </a:r>
            <a:endParaRPr lang="en-US" dirty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latin typeface="+mj-lt"/>
              </a:defRPr>
            </a:lvl1pPr>
          </a:lstStyle>
          <a:p>
            <a:fld id="{DAEF4D36-AE85-49C9-90DE-66D02B257272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6" name="サブタイトル 2"/>
          <p:cNvSpPr>
            <a:spLocks noGrp="1"/>
          </p:cNvSpPr>
          <p:nvPr>
            <p:ph type="subTitle" idx="1" hasCustomPrompt="1"/>
          </p:nvPr>
        </p:nvSpPr>
        <p:spPr>
          <a:xfrm>
            <a:off x="484675" y="908365"/>
            <a:ext cx="17646914" cy="445226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l">
              <a:buNone/>
              <a:defRPr sz="3000" baseline="0">
                <a:solidFill>
                  <a:srgbClr val="FF6600"/>
                </a:solidFill>
                <a:latin typeface="+mj-lt"/>
                <a:ea typeface="A-OTF Gothic BBB Pro Medium" panose="020B0400000000000000" pitchFamily="34" charset="-128"/>
                <a:cs typeface="Clear Sans Light" panose="020B0303030202020304" pitchFamily="34" charset="0"/>
              </a:defRPr>
            </a:lvl1pPr>
            <a:lvl2pPr marL="685800" indent="0" algn="ctr">
              <a:buNone/>
              <a:defRPr sz="3000"/>
            </a:lvl2pPr>
            <a:lvl3pPr marL="1371600" indent="0" algn="ctr">
              <a:buNone/>
              <a:defRPr sz="2700"/>
            </a:lvl3pPr>
            <a:lvl4pPr marL="2057400" indent="0" algn="ctr">
              <a:buNone/>
              <a:defRPr sz="2400"/>
            </a:lvl4pPr>
            <a:lvl5pPr marL="2743200" indent="0" algn="ctr">
              <a:buNone/>
              <a:defRPr sz="2400"/>
            </a:lvl5pPr>
            <a:lvl6pPr marL="3429000" indent="0" algn="ctr">
              <a:buNone/>
              <a:defRPr sz="2400"/>
            </a:lvl6pPr>
            <a:lvl7pPr marL="4114800" indent="0" algn="ctr">
              <a:buNone/>
              <a:defRPr sz="2400"/>
            </a:lvl7pPr>
            <a:lvl8pPr marL="4800600" indent="0" algn="ctr">
              <a:buNone/>
              <a:defRPr sz="2400"/>
            </a:lvl8pPr>
            <a:lvl9pPr marL="5486400" indent="0" algn="ctr">
              <a:buNone/>
              <a:defRPr sz="2400"/>
            </a:lvl9pPr>
          </a:lstStyle>
          <a:p>
            <a:r>
              <a:rPr lang="en-US" altLang="ja-JP" dirty="0"/>
              <a:t>A brief description here</a:t>
            </a:r>
            <a:endParaRPr lang="en-US" dirty="0"/>
          </a:p>
        </p:txBody>
      </p:sp>
      <p:sp>
        <p:nvSpPr>
          <p:cNvPr id="12" name="テキスト プレースホルダー 8"/>
          <p:cNvSpPr>
            <a:spLocks noGrp="1"/>
          </p:cNvSpPr>
          <p:nvPr>
            <p:ph type="body" sz="quarter" idx="13" hasCustomPrompt="1"/>
          </p:nvPr>
        </p:nvSpPr>
        <p:spPr>
          <a:xfrm>
            <a:off x="911624" y="2105047"/>
            <a:ext cx="5037261" cy="635549"/>
          </a:xfrm>
          <a:prstGeom prst="rect">
            <a:avLst/>
          </a:prstGeom>
        </p:spPr>
        <p:txBody>
          <a:bodyPr anchor="b"/>
          <a:lstStyle>
            <a:lvl1pPr algn="l">
              <a:defRPr sz="3600" baseline="0">
                <a:solidFill>
                  <a:srgbClr val="FF6600"/>
                </a:solidFill>
                <a:latin typeface="+mj-lt"/>
                <a:ea typeface="A-OTF Gothic BBB Pro Medium" panose="020B0400000000000000" pitchFamily="34" charset="-128"/>
                <a:cs typeface="A-OTF Gothic BBB Pro Medium" panose="020B0400000000000000" pitchFamily="34" charset="-128"/>
              </a:defRPr>
            </a:lvl1pPr>
            <a:lvl2pPr>
              <a:defRPr>
                <a:latin typeface="Bebas Neue Bold" panose="020B0606020202050201" pitchFamily="34" charset="0"/>
              </a:defRPr>
            </a:lvl2pPr>
            <a:lvl3pPr>
              <a:defRPr>
                <a:latin typeface="Bebas Neue Bold" panose="020B0606020202050201" pitchFamily="34" charset="0"/>
              </a:defRPr>
            </a:lvl3pPr>
            <a:lvl4pPr>
              <a:defRPr>
                <a:latin typeface="Bebas Neue Bold" panose="020B0606020202050201" pitchFamily="34" charset="0"/>
              </a:defRPr>
            </a:lvl4pPr>
            <a:lvl5pPr>
              <a:defRPr>
                <a:latin typeface="Bebas Neue Bold" panose="020B0606020202050201" pitchFamily="34" charset="0"/>
              </a:defRPr>
            </a:lvl5pPr>
          </a:lstStyle>
          <a:p>
            <a:pPr lvl="0"/>
            <a:r>
              <a:rPr lang="en-US" altLang="ja-JP" dirty="0"/>
              <a:t>Text here</a:t>
            </a:r>
            <a:endParaRPr lang="ja-JP" altLang="en-US" dirty="0"/>
          </a:p>
        </p:txBody>
      </p:sp>
      <p:sp>
        <p:nvSpPr>
          <p:cNvPr id="13" name="テキスト プレースホルダー 8"/>
          <p:cNvSpPr>
            <a:spLocks noGrp="1"/>
          </p:cNvSpPr>
          <p:nvPr>
            <p:ph type="body" sz="quarter" idx="14" hasCustomPrompt="1"/>
          </p:nvPr>
        </p:nvSpPr>
        <p:spPr>
          <a:xfrm>
            <a:off x="904527" y="2791870"/>
            <a:ext cx="5046330" cy="6323101"/>
          </a:xfrm>
          <a:prstGeom prst="rect">
            <a:avLst/>
          </a:prstGeom>
        </p:spPr>
        <p:txBody>
          <a:bodyPr anchor="t"/>
          <a:lstStyle>
            <a:lvl1pPr algn="l">
              <a:lnSpc>
                <a:spcPts val="2800"/>
              </a:lnSpc>
              <a:defRPr sz="2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Roboto" panose="02000000000000000000" pitchFamily="2" charset="0"/>
                <a:cs typeface="A-OTF Gothic BBB Pro Medium" panose="020B0400000000000000" pitchFamily="34" charset="-128"/>
              </a:defRPr>
            </a:lvl1pPr>
            <a:lvl2pPr>
              <a:defRPr>
                <a:latin typeface="Bebas Neue Bold" panose="020B0606020202050201" pitchFamily="34" charset="0"/>
              </a:defRPr>
            </a:lvl2pPr>
            <a:lvl3pPr>
              <a:defRPr>
                <a:latin typeface="Bebas Neue Bold" panose="020B0606020202050201" pitchFamily="34" charset="0"/>
              </a:defRPr>
            </a:lvl3pPr>
            <a:lvl4pPr>
              <a:defRPr>
                <a:latin typeface="Bebas Neue Bold" panose="020B0606020202050201" pitchFamily="34" charset="0"/>
              </a:defRPr>
            </a:lvl4pPr>
            <a:lvl5pPr>
              <a:defRPr>
                <a:latin typeface="Bebas Neue Bold" panose="020B0606020202050201" pitchFamily="34" charset="0"/>
              </a:defRPr>
            </a:lvl5pPr>
          </a:lstStyle>
          <a:p>
            <a:pPr lvl="0"/>
            <a:r>
              <a:rPr lang="en-US" altLang="ja-JP" dirty="0"/>
              <a:t>Text Here</a:t>
            </a:r>
            <a:endParaRPr lang="ja-JP" altLang="en-US" dirty="0"/>
          </a:p>
        </p:txBody>
      </p:sp>
      <p:cxnSp>
        <p:nvCxnSpPr>
          <p:cNvPr id="14" name="直線コネクタ 13"/>
          <p:cNvCxnSpPr/>
          <p:nvPr userDrawn="1"/>
        </p:nvCxnSpPr>
        <p:spPr>
          <a:xfrm>
            <a:off x="911624" y="2693323"/>
            <a:ext cx="5037261" cy="0"/>
          </a:xfrm>
          <a:prstGeom prst="line">
            <a:avLst/>
          </a:prstGeom>
          <a:ln w="19050">
            <a:solidFill>
              <a:srgbClr val="FF660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テキスト プレースホルダー 8"/>
          <p:cNvSpPr>
            <a:spLocks noGrp="1"/>
          </p:cNvSpPr>
          <p:nvPr>
            <p:ph type="body" sz="quarter" idx="16" hasCustomPrompt="1"/>
          </p:nvPr>
        </p:nvSpPr>
        <p:spPr>
          <a:xfrm>
            <a:off x="6587777" y="2105047"/>
            <a:ext cx="5037261" cy="635549"/>
          </a:xfrm>
          <a:prstGeom prst="rect">
            <a:avLst/>
          </a:prstGeom>
        </p:spPr>
        <p:txBody>
          <a:bodyPr anchor="b"/>
          <a:lstStyle>
            <a:lvl1pPr algn="l">
              <a:defRPr sz="3600" baseline="0">
                <a:solidFill>
                  <a:srgbClr val="FF6600"/>
                </a:solidFill>
                <a:latin typeface="+mj-lt"/>
                <a:ea typeface="A-OTF Gothic BBB Pro Medium" panose="020B0400000000000000" pitchFamily="34" charset="-128"/>
                <a:cs typeface="A-OTF Gothic BBB Pro Medium" panose="020B0400000000000000" pitchFamily="34" charset="-128"/>
              </a:defRPr>
            </a:lvl1pPr>
            <a:lvl2pPr>
              <a:defRPr>
                <a:latin typeface="Bebas Neue Bold" panose="020B0606020202050201" pitchFamily="34" charset="0"/>
              </a:defRPr>
            </a:lvl2pPr>
            <a:lvl3pPr>
              <a:defRPr>
                <a:latin typeface="Bebas Neue Bold" panose="020B0606020202050201" pitchFamily="34" charset="0"/>
              </a:defRPr>
            </a:lvl3pPr>
            <a:lvl4pPr>
              <a:defRPr>
                <a:latin typeface="Bebas Neue Bold" panose="020B0606020202050201" pitchFamily="34" charset="0"/>
              </a:defRPr>
            </a:lvl4pPr>
            <a:lvl5pPr>
              <a:defRPr>
                <a:latin typeface="Bebas Neue Bold" panose="020B0606020202050201" pitchFamily="34" charset="0"/>
              </a:defRPr>
            </a:lvl5pPr>
          </a:lstStyle>
          <a:p>
            <a:pPr lvl="0"/>
            <a:r>
              <a:rPr lang="en-US" altLang="ja-JP" dirty="0"/>
              <a:t>Text here</a:t>
            </a:r>
            <a:endParaRPr lang="ja-JP" altLang="en-US" dirty="0"/>
          </a:p>
        </p:txBody>
      </p:sp>
      <p:sp>
        <p:nvSpPr>
          <p:cNvPr id="21" name="テキスト プレースホルダー 8"/>
          <p:cNvSpPr>
            <a:spLocks noGrp="1"/>
          </p:cNvSpPr>
          <p:nvPr>
            <p:ph type="body" sz="quarter" idx="17" hasCustomPrompt="1"/>
          </p:nvPr>
        </p:nvSpPr>
        <p:spPr>
          <a:xfrm>
            <a:off x="6580680" y="2791870"/>
            <a:ext cx="5046330" cy="6323101"/>
          </a:xfrm>
          <a:prstGeom prst="rect">
            <a:avLst/>
          </a:prstGeom>
        </p:spPr>
        <p:txBody>
          <a:bodyPr anchor="t"/>
          <a:lstStyle>
            <a:lvl1pPr algn="l">
              <a:lnSpc>
                <a:spcPts val="2800"/>
              </a:lnSpc>
              <a:defRPr sz="2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Roboto" panose="02000000000000000000" pitchFamily="2" charset="0"/>
                <a:cs typeface="A-OTF Gothic BBB Pro Medium" panose="020B0400000000000000" pitchFamily="34" charset="-128"/>
              </a:defRPr>
            </a:lvl1pPr>
            <a:lvl2pPr>
              <a:defRPr>
                <a:latin typeface="Bebas Neue Bold" panose="020B0606020202050201" pitchFamily="34" charset="0"/>
              </a:defRPr>
            </a:lvl2pPr>
            <a:lvl3pPr>
              <a:defRPr>
                <a:latin typeface="Bebas Neue Bold" panose="020B0606020202050201" pitchFamily="34" charset="0"/>
              </a:defRPr>
            </a:lvl3pPr>
            <a:lvl4pPr>
              <a:defRPr>
                <a:latin typeface="Bebas Neue Bold" panose="020B0606020202050201" pitchFamily="34" charset="0"/>
              </a:defRPr>
            </a:lvl4pPr>
            <a:lvl5pPr>
              <a:defRPr>
                <a:latin typeface="Bebas Neue Bold" panose="020B0606020202050201" pitchFamily="34" charset="0"/>
              </a:defRPr>
            </a:lvl5pPr>
          </a:lstStyle>
          <a:p>
            <a:pPr lvl="0"/>
            <a:r>
              <a:rPr lang="en-US" altLang="ja-JP" dirty="0"/>
              <a:t>Text Here</a:t>
            </a:r>
            <a:endParaRPr lang="ja-JP" altLang="en-US" dirty="0"/>
          </a:p>
        </p:txBody>
      </p:sp>
      <p:cxnSp>
        <p:nvCxnSpPr>
          <p:cNvPr id="22" name="直線コネクタ 21"/>
          <p:cNvCxnSpPr/>
          <p:nvPr userDrawn="1"/>
        </p:nvCxnSpPr>
        <p:spPr>
          <a:xfrm>
            <a:off x="6587777" y="2693323"/>
            <a:ext cx="5037261" cy="0"/>
          </a:xfrm>
          <a:prstGeom prst="line">
            <a:avLst/>
          </a:prstGeom>
          <a:ln w="19050">
            <a:solidFill>
              <a:srgbClr val="FF660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テキスト プレースホルダー 8"/>
          <p:cNvSpPr>
            <a:spLocks noGrp="1"/>
          </p:cNvSpPr>
          <p:nvPr>
            <p:ph type="body" sz="quarter" idx="19" hasCustomPrompt="1"/>
          </p:nvPr>
        </p:nvSpPr>
        <p:spPr>
          <a:xfrm>
            <a:off x="12271026" y="2105047"/>
            <a:ext cx="5037261" cy="635549"/>
          </a:xfrm>
          <a:prstGeom prst="rect">
            <a:avLst/>
          </a:prstGeom>
        </p:spPr>
        <p:txBody>
          <a:bodyPr anchor="b"/>
          <a:lstStyle>
            <a:lvl1pPr algn="l">
              <a:defRPr sz="3600" baseline="0">
                <a:solidFill>
                  <a:srgbClr val="FF6600"/>
                </a:solidFill>
                <a:latin typeface="+mj-lt"/>
                <a:ea typeface="A-OTF Gothic BBB Pro Medium" panose="020B0400000000000000" pitchFamily="34" charset="-128"/>
                <a:cs typeface="A-OTF Gothic BBB Pro Medium" panose="020B0400000000000000" pitchFamily="34" charset="-128"/>
              </a:defRPr>
            </a:lvl1pPr>
            <a:lvl2pPr>
              <a:defRPr>
                <a:latin typeface="Bebas Neue Bold" panose="020B0606020202050201" pitchFamily="34" charset="0"/>
              </a:defRPr>
            </a:lvl2pPr>
            <a:lvl3pPr>
              <a:defRPr>
                <a:latin typeface="Bebas Neue Bold" panose="020B0606020202050201" pitchFamily="34" charset="0"/>
              </a:defRPr>
            </a:lvl3pPr>
            <a:lvl4pPr>
              <a:defRPr>
                <a:latin typeface="Bebas Neue Bold" panose="020B0606020202050201" pitchFamily="34" charset="0"/>
              </a:defRPr>
            </a:lvl4pPr>
            <a:lvl5pPr>
              <a:defRPr>
                <a:latin typeface="Bebas Neue Bold" panose="020B0606020202050201" pitchFamily="34" charset="0"/>
              </a:defRPr>
            </a:lvl5pPr>
          </a:lstStyle>
          <a:p>
            <a:pPr lvl="0"/>
            <a:r>
              <a:rPr lang="en-US" altLang="ja-JP" dirty="0"/>
              <a:t>Text here</a:t>
            </a:r>
            <a:endParaRPr lang="ja-JP" altLang="en-US" dirty="0"/>
          </a:p>
        </p:txBody>
      </p:sp>
      <p:sp>
        <p:nvSpPr>
          <p:cNvPr id="26" name="テキスト プレースホルダー 8"/>
          <p:cNvSpPr>
            <a:spLocks noGrp="1"/>
          </p:cNvSpPr>
          <p:nvPr>
            <p:ph type="body" sz="quarter" idx="20" hasCustomPrompt="1"/>
          </p:nvPr>
        </p:nvSpPr>
        <p:spPr>
          <a:xfrm>
            <a:off x="12263929" y="2791870"/>
            <a:ext cx="5046330" cy="6323101"/>
          </a:xfrm>
          <a:prstGeom prst="rect">
            <a:avLst/>
          </a:prstGeom>
        </p:spPr>
        <p:txBody>
          <a:bodyPr anchor="t"/>
          <a:lstStyle>
            <a:lvl1pPr algn="l">
              <a:lnSpc>
                <a:spcPts val="2800"/>
              </a:lnSpc>
              <a:defRPr sz="2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Roboto" panose="02000000000000000000" pitchFamily="2" charset="0"/>
                <a:cs typeface="A-OTF Gothic BBB Pro Medium" panose="020B0400000000000000" pitchFamily="34" charset="-128"/>
              </a:defRPr>
            </a:lvl1pPr>
            <a:lvl2pPr>
              <a:defRPr>
                <a:latin typeface="Bebas Neue Bold" panose="020B0606020202050201" pitchFamily="34" charset="0"/>
              </a:defRPr>
            </a:lvl2pPr>
            <a:lvl3pPr>
              <a:defRPr>
                <a:latin typeface="Bebas Neue Bold" panose="020B0606020202050201" pitchFamily="34" charset="0"/>
              </a:defRPr>
            </a:lvl3pPr>
            <a:lvl4pPr>
              <a:defRPr>
                <a:latin typeface="Bebas Neue Bold" panose="020B0606020202050201" pitchFamily="34" charset="0"/>
              </a:defRPr>
            </a:lvl4pPr>
            <a:lvl5pPr>
              <a:defRPr>
                <a:latin typeface="Bebas Neue Bold" panose="020B0606020202050201" pitchFamily="34" charset="0"/>
              </a:defRPr>
            </a:lvl5pPr>
          </a:lstStyle>
          <a:p>
            <a:pPr lvl="0"/>
            <a:r>
              <a:rPr lang="en-US" altLang="ja-JP" dirty="0"/>
              <a:t>Text Here</a:t>
            </a:r>
            <a:endParaRPr lang="ja-JP" altLang="en-US" dirty="0"/>
          </a:p>
        </p:txBody>
      </p:sp>
      <p:cxnSp>
        <p:nvCxnSpPr>
          <p:cNvPr id="27" name="直線コネクタ 26"/>
          <p:cNvCxnSpPr/>
          <p:nvPr userDrawn="1"/>
        </p:nvCxnSpPr>
        <p:spPr>
          <a:xfrm>
            <a:off x="12271026" y="2693323"/>
            <a:ext cx="5037261" cy="0"/>
          </a:xfrm>
          <a:prstGeom prst="line">
            <a:avLst/>
          </a:prstGeom>
          <a:ln w="19050">
            <a:solidFill>
              <a:srgbClr val="FF660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2064611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 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 hasCustomPrompt="1"/>
          </p:nvPr>
        </p:nvSpPr>
        <p:spPr>
          <a:xfrm>
            <a:off x="484675" y="132353"/>
            <a:ext cx="17646914" cy="770016"/>
          </a:xfrm>
          <a:prstGeom prst="rect">
            <a:avLst/>
          </a:prstGeom>
        </p:spPr>
        <p:txBody>
          <a:bodyPr anchor="t"/>
          <a:lstStyle>
            <a:lvl1pPr>
              <a:defRPr baseline="0">
                <a:latin typeface="+mj-lt"/>
              </a:defRPr>
            </a:lvl1pPr>
          </a:lstStyle>
          <a:p>
            <a:r>
              <a:rPr lang="en-US" dirty="0"/>
              <a:t>Slide Title Here</a:t>
            </a:r>
          </a:p>
        </p:txBody>
      </p:sp>
      <p:sp>
        <p:nvSpPr>
          <p:cNvPr id="3" name="フッター プレースホルダー 2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>
                <a:latin typeface="+mj-lt"/>
              </a:defRPr>
            </a:lvl1pPr>
          </a:lstStyle>
          <a:p>
            <a:r>
              <a:rPr lang="en-US"/>
              <a:t>Time and Attendance</a:t>
            </a:r>
            <a:endParaRPr lang="en-US" dirty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latin typeface="+mj-lt"/>
              </a:defRPr>
            </a:lvl1pPr>
          </a:lstStyle>
          <a:p>
            <a:fld id="{DAEF4D36-AE85-49C9-90DE-66D02B257272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6" name="サブタイトル 2"/>
          <p:cNvSpPr>
            <a:spLocks noGrp="1"/>
          </p:cNvSpPr>
          <p:nvPr>
            <p:ph type="subTitle" idx="1" hasCustomPrompt="1"/>
          </p:nvPr>
        </p:nvSpPr>
        <p:spPr>
          <a:xfrm>
            <a:off x="484675" y="908365"/>
            <a:ext cx="17646914" cy="445226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l">
              <a:buNone/>
              <a:defRPr sz="3000" baseline="0">
                <a:solidFill>
                  <a:srgbClr val="FF6600"/>
                </a:solidFill>
                <a:latin typeface="+mj-lt"/>
                <a:ea typeface="A-OTF Gothic BBB Pro Medium" panose="020B0400000000000000" pitchFamily="34" charset="-128"/>
                <a:cs typeface="Clear Sans Light" panose="020B0303030202020304" pitchFamily="34" charset="0"/>
              </a:defRPr>
            </a:lvl1pPr>
            <a:lvl2pPr marL="685800" indent="0" algn="ctr">
              <a:buNone/>
              <a:defRPr sz="3000"/>
            </a:lvl2pPr>
            <a:lvl3pPr marL="1371600" indent="0" algn="ctr">
              <a:buNone/>
              <a:defRPr sz="2700"/>
            </a:lvl3pPr>
            <a:lvl4pPr marL="2057400" indent="0" algn="ctr">
              <a:buNone/>
              <a:defRPr sz="2400"/>
            </a:lvl4pPr>
            <a:lvl5pPr marL="2743200" indent="0" algn="ctr">
              <a:buNone/>
              <a:defRPr sz="2400"/>
            </a:lvl5pPr>
            <a:lvl6pPr marL="3429000" indent="0" algn="ctr">
              <a:buNone/>
              <a:defRPr sz="2400"/>
            </a:lvl6pPr>
            <a:lvl7pPr marL="4114800" indent="0" algn="ctr">
              <a:buNone/>
              <a:defRPr sz="2400"/>
            </a:lvl7pPr>
            <a:lvl8pPr marL="4800600" indent="0" algn="ctr">
              <a:buNone/>
              <a:defRPr sz="2400"/>
            </a:lvl8pPr>
            <a:lvl9pPr marL="5486400" indent="0" algn="ctr">
              <a:buNone/>
              <a:defRPr sz="2400"/>
            </a:lvl9pPr>
          </a:lstStyle>
          <a:p>
            <a:r>
              <a:rPr lang="en-US" altLang="ja-JP" dirty="0"/>
              <a:t>A brief description here</a:t>
            </a:r>
            <a:endParaRPr lang="en-US" dirty="0"/>
          </a:p>
        </p:txBody>
      </p:sp>
      <p:sp>
        <p:nvSpPr>
          <p:cNvPr id="12" name="テキスト プレースホルダー 8"/>
          <p:cNvSpPr>
            <a:spLocks noGrp="1"/>
          </p:cNvSpPr>
          <p:nvPr>
            <p:ph type="body" sz="quarter" idx="13" hasCustomPrompt="1"/>
          </p:nvPr>
        </p:nvSpPr>
        <p:spPr>
          <a:xfrm>
            <a:off x="911624" y="2105047"/>
            <a:ext cx="7427242" cy="635549"/>
          </a:xfrm>
          <a:prstGeom prst="rect">
            <a:avLst/>
          </a:prstGeom>
        </p:spPr>
        <p:txBody>
          <a:bodyPr anchor="b"/>
          <a:lstStyle>
            <a:lvl1pPr algn="l">
              <a:defRPr sz="3600" baseline="0">
                <a:solidFill>
                  <a:srgbClr val="FF6600"/>
                </a:solidFill>
                <a:latin typeface="+mj-lt"/>
                <a:ea typeface="A-OTF Gothic BBB Pro Medium" panose="020B0400000000000000" pitchFamily="34" charset="-128"/>
                <a:cs typeface="A-OTF Gothic BBB Pro Medium" panose="020B0400000000000000" pitchFamily="34" charset="-128"/>
              </a:defRPr>
            </a:lvl1pPr>
            <a:lvl2pPr>
              <a:defRPr>
                <a:latin typeface="Bebas Neue Bold" panose="020B0606020202050201" pitchFamily="34" charset="0"/>
              </a:defRPr>
            </a:lvl2pPr>
            <a:lvl3pPr>
              <a:defRPr>
                <a:latin typeface="Bebas Neue Bold" panose="020B0606020202050201" pitchFamily="34" charset="0"/>
              </a:defRPr>
            </a:lvl3pPr>
            <a:lvl4pPr>
              <a:defRPr>
                <a:latin typeface="Bebas Neue Bold" panose="020B0606020202050201" pitchFamily="34" charset="0"/>
              </a:defRPr>
            </a:lvl4pPr>
            <a:lvl5pPr>
              <a:defRPr>
                <a:latin typeface="Bebas Neue Bold" panose="020B0606020202050201" pitchFamily="34" charset="0"/>
              </a:defRPr>
            </a:lvl5pPr>
          </a:lstStyle>
          <a:p>
            <a:pPr lvl="0"/>
            <a:r>
              <a:rPr lang="en-US" altLang="ja-JP" dirty="0"/>
              <a:t>Text here</a:t>
            </a:r>
            <a:endParaRPr lang="ja-JP" altLang="en-US" dirty="0"/>
          </a:p>
        </p:txBody>
      </p:sp>
      <p:sp>
        <p:nvSpPr>
          <p:cNvPr id="13" name="テキスト プレースホルダー 8"/>
          <p:cNvSpPr>
            <a:spLocks noGrp="1"/>
          </p:cNvSpPr>
          <p:nvPr>
            <p:ph type="body" sz="quarter" idx="14" hasCustomPrompt="1"/>
          </p:nvPr>
        </p:nvSpPr>
        <p:spPr>
          <a:xfrm>
            <a:off x="904527" y="2791870"/>
            <a:ext cx="7440614" cy="6323101"/>
          </a:xfrm>
          <a:prstGeom prst="rect">
            <a:avLst/>
          </a:prstGeom>
        </p:spPr>
        <p:txBody>
          <a:bodyPr anchor="t"/>
          <a:lstStyle>
            <a:lvl1pPr algn="l">
              <a:lnSpc>
                <a:spcPts val="2800"/>
              </a:lnSpc>
              <a:defRPr sz="2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Roboto" panose="02000000000000000000" pitchFamily="2" charset="0"/>
                <a:cs typeface="A-OTF Gothic BBB Pro Medium" panose="020B0400000000000000" pitchFamily="34" charset="-128"/>
              </a:defRPr>
            </a:lvl1pPr>
            <a:lvl2pPr>
              <a:defRPr>
                <a:latin typeface="Bebas Neue Bold" panose="020B0606020202050201" pitchFamily="34" charset="0"/>
              </a:defRPr>
            </a:lvl2pPr>
            <a:lvl3pPr>
              <a:defRPr>
                <a:latin typeface="Bebas Neue Bold" panose="020B0606020202050201" pitchFamily="34" charset="0"/>
              </a:defRPr>
            </a:lvl3pPr>
            <a:lvl4pPr>
              <a:defRPr>
                <a:latin typeface="Bebas Neue Bold" panose="020B0606020202050201" pitchFamily="34" charset="0"/>
              </a:defRPr>
            </a:lvl4pPr>
            <a:lvl5pPr>
              <a:defRPr>
                <a:latin typeface="Bebas Neue Bold" panose="020B0606020202050201" pitchFamily="34" charset="0"/>
              </a:defRPr>
            </a:lvl5pPr>
          </a:lstStyle>
          <a:p>
            <a:pPr lvl="0"/>
            <a:r>
              <a:rPr lang="en-US" altLang="ja-JP" dirty="0"/>
              <a:t>Text Here</a:t>
            </a:r>
            <a:endParaRPr lang="ja-JP" altLang="en-US" dirty="0"/>
          </a:p>
        </p:txBody>
      </p:sp>
      <p:cxnSp>
        <p:nvCxnSpPr>
          <p:cNvPr id="14" name="直線コネクタ 13"/>
          <p:cNvCxnSpPr/>
          <p:nvPr userDrawn="1"/>
        </p:nvCxnSpPr>
        <p:spPr>
          <a:xfrm>
            <a:off x="911624" y="2693323"/>
            <a:ext cx="7427242" cy="0"/>
          </a:xfrm>
          <a:prstGeom prst="line">
            <a:avLst/>
          </a:prstGeom>
          <a:ln w="19050">
            <a:solidFill>
              <a:srgbClr val="FF660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テキスト プレースホルダー 8"/>
          <p:cNvSpPr>
            <a:spLocks noGrp="1"/>
          </p:cNvSpPr>
          <p:nvPr>
            <p:ph type="body" sz="quarter" idx="16" hasCustomPrompt="1"/>
          </p:nvPr>
        </p:nvSpPr>
        <p:spPr>
          <a:xfrm>
            <a:off x="9133967" y="2105047"/>
            <a:ext cx="7427242" cy="635549"/>
          </a:xfrm>
          <a:prstGeom prst="rect">
            <a:avLst/>
          </a:prstGeom>
        </p:spPr>
        <p:txBody>
          <a:bodyPr anchor="b"/>
          <a:lstStyle>
            <a:lvl1pPr marL="0" marR="0" indent="0" algn="l" defTabSz="1371600" rtl="0" eaLnBrk="1" fontAlgn="auto" latinLnBrk="0" hangingPunct="1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None/>
              <a:tabLst/>
              <a:defRPr sz="3600" baseline="0">
                <a:solidFill>
                  <a:srgbClr val="FF6600"/>
                </a:solidFill>
                <a:latin typeface="+mj-lt"/>
                <a:ea typeface="A-OTF Gothic BBB Pro Medium" panose="020B0400000000000000" pitchFamily="34" charset="-128"/>
                <a:cs typeface="A-OTF Gothic BBB Pro Medium" panose="020B0400000000000000" pitchFamily="34" charset="-128"/>
              </a:defRPr>
            </a:lvl1pPr>
            <a:lvl2pPr>
              <a:defRPr>
                <a:latin typeface="Bebas Neue Bold" panose="020B0606020202050201" pitchFamily="34" charset="0"/>
              </a:defRPr>
            </a:lvl2pPr>
            <a:lvl3pPr>
              <a:defRPr>
                <a:latin typeface="Bebas Neue Bold" panose="020B0606020202050201" pitchFamily="34" charset="0"/>
              </a:defRPr>
            </a:lvl3pPr>
            <a:lvl4pPr>
              <a:defRPr>
                <a:latin typeface="Bebas Neue Bold" panose="020B0606020202050201" pitchFamily="34" charset="0"/>
              </a:defRPr>
            </a:lvl4pPr>
            <a:lvl5pPr>
              <a:defRPr>
                <a:latin typeface="Bebas Neue Bold" panose="020B0606020202050201" pitchFamily="34" charset="0"/>
              </a:defRPr>
            </a:lvl5pPr>
          </a:lstStyle>
          <a:p>
            <a:pPr marL="0" marR="0" lvl="0" indent="0" algn="l" defTabSz="1371600" rtl="0" eaLnBrk="1" fontAlgn="auto" latinLnBrk="0" hangingPunct="1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None/>
              <a:tabLst/>
              <a:defRPr/>
            </a:pPr>
            <a:r>
              <a:rPr lang="en-US" altLang="ja-JP" dirty="0"/>
              <a:t>Text here</a:t>
            </a:r>
            <a:endParaRPr lang="ja-JP" altLang="en-US" dirty="0"/>
          </a:p>
        </p:txBody>
      </p:sp>
      <p:sp>
        <p:nvSpPr>
          <p:cNvPr id="21" name="テキスト プレースホルダー 8"/>
          <p:cNvSpPr>
            <a:spLocks noGrp="1"/>
          </p:cNvSpPr>
          <p:nvPr>
            <p:ph type="body" sz="quarter" idx="17" hasCustomPrompt="1"/>
          </p:nvPr>
        </p:nvSpPr>
        <p:spPr>
          <a:xfrm>
            <a:off x="9126870" y="2791870"/>
            <a:ext cx="7440614" cy="6323101"/>
          </a:xfrm>
          <a:prstGeom prst="rect">
            <a:avLst/>
          </a:prstGeom>
        </p:spPr>
        <p:txBody>
          <a:bodyPr anchor="t"/>
          <a:lstStyle>
            <a:lvl1pPr algn="l">
              <a:lnSpc>
                <a:spcPts val="2800"/>
              </a:lnSpc>
              <a:defRPr sz="2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Roboto" panose="02000000000000000000" pitchFamily="2" charset="0"/>
                <a:cs typeface="A-OTF Gothic BBB Pro Medium" panose="020B0400000000000000" pitchFamily="34" charset="-128"/>
              </a:defRPr>
            </a:lvl1pPr>
            <a:lvl2pPr>
              <a:defRPr>
                <a:latin typeface="Bebas Neue Bold" panose="020B0606020202050201" pitchFamily="34" charset="0"/>
              </a:defRPr>
            </a:lvl2pPr>
            <a:lvl3pPr>
              <a:defRPr>
                <a:latin typeface="Bebas Neue Bold" panose="020B0606020202050201" pitchFamily="34" charset="0"/>
              </a:defRPr>
            </a:lvl3pPr>
            <a:lvl4pPr>
              <a:defRPr>
                <a:latin typeface="Bebas Neue Bold" panose="020B0606020202050201" pitchFamily="34" charset="0"/>
              </a:defRPr>
            </a:lvl4pPr>
            <a:lvl5pPr>
              <a:defRPr>
                <a:latin typeface="Bebas Neue Bold" panose="020B0606020202050201" pitchFamily="34" charset="0"/>
              </a:defRPr>
            </a:lvl5pPr>
          </a:lstStyle>
          <a:p>
            <a:pPr lvl="0"/>
            <a:r>
              <a:rPr lang="en-US" altLang="ja-JP" dirty="0"/>
              <a:t>Text Here</a:t>
            </a:r>
            <a:endParaRPr lang="ja-JP" altLang="en-US" dirty="0"/>
          </a:p>
        </p:txBody>
      </p:sp>
      <p:cxnSp>
        <p:nvCxnSpPr>
          <p:cNvPr id="22" name="直線コネクタ 21"/>
          <p:cNvCxnSpPr/>
          <p:nvPr userDrawn="1"/>
        </p:nvCxnSpPr>
        <p:spPr>
          <a:xfrm>
            <a:off x="9133967" y="2693323"/>
            <a:ext cx="7427242" cy="0"/>
          </a:xfrm>
          <a:prstGeom prst="line">
            <a:avLst/>
          </a:prstGeom>
          <a:ln w="19050">
            <a:solidFill>
              <a:srgbClr val="FF660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6388110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2 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 hasCustomPrompt="1"/>
          </p:nvPr>
        </p:nvSpPr>
        <p:spPr>
          <a:xfrm>
            <a:off x="484675" y="132353"/>
            <a:ext cx="17646914" cy="770016"/>
          </a:xfrm>
          <a:prstGeom prst="rect">
            <a:avLst/>
          </a:prstGeom>
        </p:spPr>
        <p:txBody>
          <a:bodyPr anchor="t"/>
          <a:lstStyle>
            <a:lvl1pPr>
              <a:defRPr baseline="0">
                <a:latin typeface="+mj-lt"/>
              </a:defRPr>
            </a:lvl1pPr>
          </a:lstStyle>
          <a:p>
            <a:r>
              <a:rPr lang="en-US" dirty="0"/>
              <a:t>Slide Title Here</a:t>
            </a:r>
          </a:p>
        </p:txBody>
      </p:sp>
      <p:sp>
        <p:nvSpPr>
          <p:cNvPr id="3" name="フッター プレースホルダー 2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>
                <a:latin typeface="+mj-lt"/>
              </a:defRPr>
            </a:lvl1pPr>
          </a:lstStyle>
          <a:p>
            <a:r>
              <a:rPr lang="en-US"/>
              <a:t>Time and Attendance</a:t>
            </a:r>
            <a:endParaRPr lang="en-US" dirty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latin typeface="+mj-lt"/>
              </a:defRPr>
            </a:lvl1pPr>
          </a:lstStyle>
          <a:p>
            <a:fld id="{DAEF4D36-AE85-49C9-90DE-66D02B257272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6" name="サブタイトル 2"/>
          <p:cNvSpPr>
            <a:spLocks noGrp="1"/>
          </p:cNvSpPr>
          <p:nvPr>
            <p:ph type="subTitle" idx="1" hasCustomPrompt="1"/>
          </p:nvPr>
        </p:nvSpPr>
        <p:spPr>
          <a:xfrm>
            <a:off x="484675" y="908365"/>
            <a:ext cx="17646914" cy="445226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l">
              <a:buNone/>
              <a:defRPr sz="3000" baseline="0">
                <a:solidFill>
                  <a:srgbClr val="FF6600"/>
                </a:solidFill>
                <a:latin typeface="+mj-lt"/>
                <a:ea typeface="A-OTF Gothic BBB Pro Medium" panose="020B0400000000000000" pitchFamily="34" charset="-128"/>
                <a:cs typeface="Clear Sans Light" panose="020B0303030202020304" pitchFamily="34" charset="0"/>
              </a:defRPr>
            </a:lvl1pPr>
            <a:lvl2pPr marL="685800" indent="0" algn="ctr">
              <a:buNone/>
              <a:defRPr sz="3000"/>
            </a:lvl2pPr>
            <a:lvl3pPr marL="1371600" indent="0" algn="ctr">
              <a:buNone/>
              <a:defRPr sz="2700"/>
            </a:lvl3pPr>
            <a:lvl4pPr marL="2057400" indent="0" algn="ctr">
              <a:buNone/>
              <a:defRPr sz="2400"/>
            </a:lvl4pPr>
            <a:lvl5pPr marL="2743200" indent="0" algn="ctr">
              <a:buNone/>
              <a:defRPr sz="2400"/>
            </a:lvl5pPr>
            <a:lvl6pPr marL="3429000" indent="0" algn="ctr">
              <a:buNone/>
              <a:defRPr sz="2400"/>
            </a:lvl6pPr>
            <a:lvl7pPr marL="4114800" indent="0" algn="ctr">
              <a:buNone/>
              <a:defRPr sz="2400"/>
            </a:lvl7pPr>
            <a:lvl8pPr marL="4800600" indent="0" algn="ctr">
              <a:buNone/>
              <a:defRPr sz="2400"/>
            </a:lvl8pPr>
            <a:lvl9pPr marL="5486400" indent="0" algn="ctr">
              <a:buNone/>
              <a:defRPr sz="2400"/>
            </a:lvl9pPr>
          </a:lstStyle>
          <a:p>
            <a:r>
              <a:rPr lang="en-US" altLang="ja-JP" dirty="0"/>
              <a:t>A brief description here</a:t>
            </a:r>
            <a:endParaRPr lang="en-US" dirty="0"/>
          </a:p>
        </p:txBody>
      </p:sp>
      <p:sp>
        <p:nvSpPr>
          <p:cNvPr id="12" name="テキスト プレースホルダー 8"/>
          <p:cNvSpPr>
            <a:spLocks noGrp="1"/>
          </p:cNvSpPr>
          <p:nvPr>
            <p:ph type="body" sz="quarter" idx="13" hasCustomPrompt="1"/>
          </p:nvPr>
        </p:nvSpPr>
        <p:spPr>
          <a:xfrm>
            <a:off x="1463166" y="5994876"/>
            <a:ext cx="6893572" cy="635549"/>
          </a:xfrm>
          <a:prstGeom prst="rect">
            <a:avLst/>
          </a:prstGeom>
        </p:spPr>
        <p:txBody>
          <a:bodyPr anchor="b"/>
          <a:lstStyle>
            <a:lvl1pPr algn="l">
              <a:defRPr sz="3600" baseline="0">
                <a:solidFill>
                  <a:srgbClr val="FF6600"/>
                </a:solidFill>
                <a:latin typeface="+mj-lt"/>
                <a:ea typeface="A-OTF Gothic BBB Pro Medium" panose="020B0400000000000000" pitchFamily="34" charset="-128"/>
                <a:cs typeface="A-OTF Gothic BBB Pro Medium" panose="020B0400000000000000" pitchFamily="34" charset="-128"/>
              </a:defRPr>
            </a:lvl1pPr>
            <a:lvl2pPr>
              <a:defRPr>
                <a:latin typeface="Bebas Neue Bold" panose="020B0606020202050201" pitchFamily="34" charset="0"/>
              </a:defRPr>
            </a:lvl2pPr>
            <a:lvl3pPr>
              <a:defRPr>
                <a:latin typeface="Bebas Neue Bold" panose="020B0606020202050201" pitchFamily="34" charset="0"/>
              </a:defRPr>
            </a:lvl3pPr>
            <a:lvl4pPr>
              <a:defRPr>
                <a:latin typeface="Bebas Neue Bold" panose="020B0606020202050201" pitchFamily="34" charset="0"/>
              </a:defRPr>
            </a:lvl4pPr>
            <a:lvl5pPr>
              <a:defRPr>
                <a:latin typeface="Bebas Neue Bold" panose="020B0606020202050201" pitchFamily="34" charset="0"/>
              </a:defRPr>
            </a:lvl5pPr>
          </a:lstStyle>
          <a:p>
            <a:pPr lvl="0"/>
            <a:r>
              <a:rPr lang="en-US" altLang="ja-JP" dirty="0"/>
              <a:t>Caption Here</a:t>
            </a:r>
            <a:endParaRPr lang="ja-JP" altLang="en-US" dirty="0"/>
          </a:p>
        </p:txBody>
      </p:sp>
      <p:sp>
        <p:nvSpPr>
          <p:cNvPr id="13" name="テキスト プレースホルダー 8"/>
          <p:cNvSpPr>
            <a:spLocks noGrp="1"/>
          </p:cNvSpPr>
          <p:nvPr>
            <p:ph type="body" sz="quarter" idx="14" hasCustomPrompt="1"/>
          </p:nvPr>
        </p:nvSpPr>
        <p:spPr>
          <a:xfrm>
            <a:off x="1456069" y="6681699"/>
            <a:ext cx="6905983" cy="2534490"/>
          </a:xfrm>
          <a:prstGeom prst="rect">
            <a:avLst/>
          </a:prstGeom>
        </p:spPr>
        <p:txBody>
          <a:bodyPr anchor="t"/>
          <a:lstStyle>
            <a:lvl1pPr algn="l">
              <a:lnSpc>
                <a:spcPts val="2800"/>
              </a:lnSpc>
              <a:defRPr sz="2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Roboto" panose="02000000000000000000" pitchFamily="2" charset="0"/>
                <a:cs typeface="A-OTF Gothic BBB Pro Medium" panose="020B0400000000000000" pitchFamily="34" charset="-128"/>
              </a:defRPr>
            </a:lvl1pPr>
            <a:lvl2pPr>
              <a:defRPr>
                <a:latin typeface="Bebas Neue Bold" panose="020B0606020202050201" pitchFamily="34" charset="0"/>
              </a:defRPr>
            </a:lvl2pPr>
            <a:lvl3pPr>
              <a:defRPr>
                <a:latin typeface="Bebas Neue Bold" panose="020B0606020202050201" pitchFamily="34" charset="0"/>
              </a:defRPr>
            </a:lvl3pPr>
            <a:lvl4pPr>
              <a:defRPr>
                <a:latin typeface="Bebas Neue Bold" panose="020B0606020202050201" pitchFamily="34" charset="0"/>
              </a:defRPr>
            </a:lvl4pPr>
            <a:lvl5pPr>
              <a:defRPr>
                <a:latin typeface="Bebas Neue Bold" panose="020B0606020202050201" pitchFamily="34" charset="0"/>
              </a:defRPr>
            </a:lvl5pPr>
          </a:lstStyle>
          <a:p>
            <a:pPr lvl="0"/>
            <a:r>
              <a:rPr lang="en-US" altLang="ja-JP" dirty="0"/>
              <a:t>Text Here</a:t>
            </a:r>
            <a:endParaRPr lang="ja-JP" altLang="en-US" dirty="0"/>
          </a:p>
        </p:txBody>
      </p:sp>
      <p:cxnSp>
        <p:nvCxnSpPr>
          <p:cNvPr id="14" name="直線コネクタ 13"/>
          <p:cNvCxnSpPr/>
          <p:nvPr userDrawn="1"/>
        </p:nvCxnSpPr>
        <p:spPr>
          <a:xfrm>
            <a:off x="1463166" y="6583152"/>
            <a:ext cx="6893572" cy="0"/>
          </a:xfrm>
          <a:prstGeom prst="line">
            <a:avLst/>
          </a:prstGeom>
          <a:ln w="19050">
            <a:solidFill>
              <a:srgbClr val="FF660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テキスト プレースホルダー 8"/>
          <p:cNvSpPr>
            <a:spLocks noGrp="1"/>
          </p:cNvSpPr>
          <p:nvPr>
            <p:ph type="body" sz="quarter" idx="16" hasCustomPrompt="1"/>
          </p:nvPr>
        </p:nvSpPr>
        <p:spPr>
          <a:xfrm>
            <a:off x="9685509" y="5994876"/>
            <a:ext cx="6893572" cy="635549"/>
          </a:xfrm>
          <a:prstGeom prst="rect">
            <a:avLst/>
          </a:prstGeom>
        </p:spPr>
        <p:txBody>
          <a:bodyPr anchor="b"/>
          <a:lstStyle>
            <a:lvl1pPr algn="l">
              <a:defRPr sz="3600" baseline="0">
                <a:solidFill>
                  <a:srgbClr val="FF6600"/>
                </a:solidFill>
                <a:latin typeface="+mj-lt"/>
                <a:ea typeface="A-OTF Gothic BBB Pro Medium" panose="020B0400000000000000" pitchFamily="34" charset="-128"/>
                <a:cs typeface="A-OTF Gothic BBB Pro Medium" panose="020B0400000000000000" pitchFamily="34" charset="-128"/>
              </a:defRPr>
            </a:lvl1pPr>
            <a:lvl2pPr>
              <a:defRPr>
                <a:latin typeface="Bebas Neue Bold" panose="020B0606020202050201" pitchFamily="34" charset="0"/>
              </a:defRPr>
            </a:lvl2pPr>
            <a:lvl3pPr>
              <a:defRPr>
                <a:latin typeface="Bebas Neue Bold" panose="020B0606020202050201" pitchFamily="34" charset="0"/>
              </a:defRPr>
            </a:lvl3pPr>
            <a:lvl4pPr>
              <a:defRPr>
                <a:latin typeface="Bebas Neue Bold" panose="020B0606020202050201" pitchFamily="34" charset="0"/>
              </a:defRPr>
            </a:lvl4pPr>
            <a:lvl5pPr>
              <a:defRPr>
                <a:latin typeface="Bebas Neue Bold" panose="020B0606020202050201" pitchFamily="34" charset="0"/>
              </a:defRPr>
            </a:lvl5pPr>
          </a:lstStyle>
          <a:p>
            <a:pPr lvl="0"/>
            <a:r>
              <a:rPr lang="en-US" altLang="ja-JP" dirty="0"/>
              <a:t>Caption Here</a:t>
            </a:r>
            <a:endParaRPr lang="ja-JP" altLang="en-US" dirty="0"/>
          </a:p>
        </p:txBody>
      </p:sp>
      <p:sp>
        <p:nvSpPr>
          <p:cNvPr id="21" name="テキスト プレースホルダー 8"/>
          <p:cNvSpPr>
            <a:spLocks noGrp="1"/>
          </p:cNvSpPr>
          <p:nvPr>
            <p:ph type="body" sz="quarter" idx="17" hasCustomPrompt="1"/>
          </p:nvPr>
        </p:nvSpPr>
        <p:spPr>
          <a:xfrm>
            <a:off x="9678412" y="6681699"/>
            <a:ext cx="6905983" cy="2534490"/>
          </a:xfrm>
          <a:prstGeom prst="rect">
            <a:avLst/>
          </a:prstGeom>
        </p:spPr>
        <p:txBody>
          <a:bodyPr anchor="t"/>
          <a:lstStyle>
            <a:lvl1pPr algn="l">
              <a:lnSpc>
                <a:spcPts val="2800"/>
              </a:lnSpc>
              <a:defRPr sz="2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Roboto" panose="02000000000000000000" pitchFamily="2" charset="0"/>
                <a:cs typeface="A-OTF Gothic BBB Pro Medium" panose="020B0400000000000000" pitchFamily="34" charset="-128"/>
              </a:defRPr>
            </a:lvl1pPr>
            <a:lvl2pPr>
              <a:defRPr>
                <a:latin typeface="Bebas Neue Bold" panose="020B0606020202050201" pitchFamily="34" charset="0"/>
              </a:defRPr>
            </a:lvl2pPr>
            <a:lvl3pPr>
              <a:defRPr>
                <a:latin typeface="Bebas Neue Bold" panose="020B0606020202050201" pitchFamily="34" charset="0"/>
              </a:defRPr>
            </a:lvl3pPr>
            <a:lvl4pPr>
              <a:defRPr>
                <a:latin typeface="Bebas Neue Bold" panose="020B0606020202050201" pitchFamily="34" charset="0"/>
              </a:defRPr>
            </a:lvl4pPr>
            <a:lvl5pPr>
              <a:defRPr>
                <a:latin typeface="Bebas Neue Bold" panose="020B0606020202050201" pitchFamily="34" charset="0"/>
              </a:defRPr>
            </a:lvl5pPr>
          </a:lstStyle>
          <a:p>
            <a:pPr lvl="0"/>
            <a:r>
              <a:rPr lang="en-US" altLang="ja-JP" dirty="0"/>
              <a:t>Text Here</a:t>
            </a:r>
            <a:endParaRPr lang="ja-JP" altLang="en-US" dirty="0"/>
          </a:p>
        </p:txBody>
      </p:sp>
      <p:cxnSp>
        <p:nvCxnSpPr>
          <p:cNvPr id="22" name="直線コネクタ 21"/>
          <p:cNvCxnSpPr/>
          <p:nvPr userDrawn="1"/>
        </p:nvCxnSpPr>
        <p:spPr>
          <a:xfrm>
            <a:off x="9685509" y="6583152"/>
            <a:ext cx="6893572" cy="0"/>
          </a:xfrm>
          <a:prstGeom prst="line">
            <a:avLst/>
          </a:prstGeom>
          <a:ln w="19050">
            <a:solidFill>
              <a:srgbClr val="FF660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図プレースホルダー 8"/>
          <p:cNvSpPr>
            <a:spLocks noGrp="1"/>
          </p:cNvSpPr>
          <p:nvPr>
            <p:ph type="pic" sz="quarter" idx="12" hasCustomPrompt="1"/>
          </p:nvPr>
        </p:nvSpPr>
        <p:spPr>
          <a:xfrm>
            <a:off x="1610338" y="2094204"/>
            <a:ext cx="6746400" cy="3795608"/>
          </a:xfrm>
          <a:prstGeom prst="rect">
            <a:avLst/>
          </a:prstGeom>
        </p:spPr>
        <p:txBody>
          <a:bodyPr/>
          <a:lstStyle>
            <a:lvl1pPr>
              <a:defRPr baseline="0">
                <a:solidFill>
                  <a:schemeClr val="bg2">
                    <a:lumMod val="50000"/>
                  </a:schemeClr>
                </a:solidFill>
                <a:latin typeface="+mn-lt"/>
                <a:ea typeface="Roboto" panose="02000000000000000000" pitchFamily="2" charset="0"/>
              </a:defRPr>
            </a:lvl1pPr>
          </a:lstStyle>
          <a:p>
            <a:r>
              <a:rPr lang="en-US" dirty="0"/>
              <a:t>Add picture here – 16:9</a:t>
            </a:r>
          </a:p>
        </p:txBody>
      </p:sp>
      <p:sp>
        <p:nvSpPr>
          <p:cNvPr id="16" name="正方形/長方形 15"/>
          <p:cNvSpPr/>
          <p:nvPr userDrawn="1"/>
        </p:nvSpPr>
        <p:spPr>
          <a:xfrm>
            <a:off x="1463166" y="2094204"/>
            <a:ext cx="180000" cy="3795608"/>
          </a:xfrm>
          <a:prstGeom prst="rect">
            <a:avLst/>
          </a:prstGeom>
          <a:solidFill>
            <a:srgbClr val="FF66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4050">
              <a:latin typeface="+mj-lt"/>
            </a:endParaRPr>
          </a:p>
        </p:txBody>
      </p:sp>
      <p:sp>
        <p:nvSpPr>
          <p:cNvPr id="17" name="図プレースホルダー 8"/>
          <p:cNvSpPr>
            <a:spLocks noGrp="1"/>
          </p:cNvSpPr>
          <p:nvPr>
            <p:ph type="pic" sz="quarter" idx="18" hasCustomPrompt="1"/>
          </p:nvPr>
        </p:nvSpPr>
        <p:spPr>
          <a:xfrm>
            <a:off x="9825584" y="2095656"/>
            <a:ext cx="6746400" cy="3795608"/>
          </a:xfrm>
          <a:prstGeom prst="rect">
            <a:avLst/>
          </a:prstGeom>
        </p:spPr>
        <p:txBody>
          <a:bodyPr/>
          <a:lstStyle>
            <a:lvl1pPr>
              <a:defRPr baseline="0">
                <a:solidFill>
                  <a:schemeClr val="bg2">
                    <a:lumMod val="50000"/>
                  </a:schemeClr>
                </a:solidFill>
                <a:latin typeface="+mn-lt"/>
                <a:ea typeface="Roboto" panose="02000000000000000000" pitchFamily="2" charset="0"/>
              </a:defRPr>
            </a:lvl1pPr>
          </a:lstStyle>
          <a:p>
            <a:r>
              <a:rPr lang="en-US" dirty="0"/>
              <a:t>Add picture here – 16:9</a:t>
            </a:r>
          </a:p>
        </p:txBody>
      </p:sp>
      <p:sp>
        <p:nvSpPr>
          <p:cNvPr id="18" name="正方形/長方形 17"/>
          <p:cNvSpPr/>
          <p:nvPr userDrawn="1"/>
        </p:nvSpPr>
        <p:spPr>
          <a:xfrm>
            <a:off x="9678412" y="2095656"/>
            <a:ext cx="180000" cy="3795608"/>
          </a:xfrm>
          <a:prstGeom prst="rect">
            <a:avLst/>
          </a:prstGeom>
          <a:solidFill>
            <a:srgbClr val="FF66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4050"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1199271914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ig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 hasCustomPrompt="1"/>
          </p:nvPr>
        </p:nvSpPr>
        <p:spPr>
          <a:xfrm>
            <a:off x="484675" y="132353"/>
            <a:ext cx="17646914" cy="770016"/>
          </a:xfrm>
          <a:prstGeom prst="rect">
            <a:avLst/>
          </a:prstGeom>
        </p:spPr>
        <p:txBody>
          <a:bodyPr anchor="t"/>
          <a:lstStyle>
            <a:lvl1pPr>
              <a:defRPr baseline="0">
                <a:latin typeface="+mj-lt"/>
              </a:defRPr>
            </a:lvl1pPr>
          </a:lstStyle>
          <a:p>
            <a:r>
              <a:rPr lang="en-US" dirty="0"/>
              <a:t>Slide Title Here</a:t>
            </a:r>
          </a:p>
        </p:txBody>
      </p:sp>
      <p:sp>
        <p:nvSpPr>
          <p:cNvPr id="3" name="フッター プレースホルダー 2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>
                <a:latin typeface="+mj-lt"/>
              </a:defRPr>
            </a:lvl1pPr>
          </a:lstStyle>
          <a:p>
            <a:r>
              <a:rPr lang="en-US"/>
              <a:t>Time and Attendance</a:t>
            </a:r>
            <a:endParaRPr lang="en-US" dirty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latin typeface="+mj-lt"/>
              </a:defRPr>
            </a:lvl1pPr>
          </a:lstStyle>
          <a:p>
            <a:fld id="{DAEF4D36-AE85-49C9-90DE-66D02B257272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6" name="サブタイトル 2"/>
          <p:cNvSpPr>
            <a:spLocks noGrp="1"/>
          </p:cNvSpPr>
          <p:nvPr>
            <p:ph type="subTitle" idx="1" hasCustomPrompt="1"/>
          </p:nvPr>
        </p:nvSpPr>
        <p:spPr>
          <a:xfrm>
            <a:off x="484675" y="908365"/>
            <a:ext cx="17646914" cy="445226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l">
              <a:buNone/>
              <a:defRPr sz="3000" baseline="0">
                <a:solidFill>
                  <a:srgbClr val="FF6600"/>
                </a:solidFill>
                <a:latin typeface="+mj-lt"/>
                <a:ea typeface="A-OTF Gothic BBB Pro Medium" panose="020B0400000000000000" pitchFamily="34" charset="-128"/>
                <a:cs typeface="Clear Sans Light" panose="020B0303030202020304" pitchFamily="34" charset="0"/>
              </a:defRPr>
            </a:lvl1pPr>
            <a:lvl2pPr marL="685800" indent="0" algn="ctr">
              <a:buNone/>
              <a:defRPr sz="3000"/>
            </a:lvl2pPr>
            <a:lvl3pPr marL="1371600" indent="0" algn="ctr">
              <a:buNone/>
              <a:defRPr sz="2700"/>
            </a:lvl3pPr>
            <a:lvl4pPr marL="2057400" indent="0" algn="ctr">
              <a:buNone/>
              <a:defRPr sz="2400"/>
            </a:lvl4pPr>
            <a:lvl5pPr marL="2743200" indent="0" algn="ctr">
              <a:buNone/>
              <a:defRPr sz="2400"/>
            </a:lvl5pPr>
            <a:lvl6pPr marL="3429000" indent="0" algn="ctr">
              <a:buNone/>
              <a:defRPr sz="2400"/>
            </a:lvl6pPr>
            <a:lvl7pPr marL="4114800" indent="0" algn="ctr">
              <a:buNone/>
              <a:defRPr sz="2400"/>
            </a:lvl7pPr>
            <a:lvl8pPr marL="4800600" indent="0" algn="ctr">
              <a:buNone/>
              <a:defRPr sz="2400"/>
            </a:lvl8pPr>
            <a:lvl9pPr marL="5486400" indent="0" algn="ctr">
              <a:buNone/>
              <a:defRPr sz="2400"/>
            </a:lvl9pPr>
          </a:lstStyle>
          <a:p>
            <a:r>
              <a:rPr lang="en-US" altLang="ja-JP" dirty="0"/>
              <a:t>A brief description here</a:t>
            </a:r>
            <a:endParaRPr lang="en-US" dirty="0"/>
          </a:p>
        </p:txBody>
      </p:sp>
      <p:sp>
        <p:nvSpPr>
          <p:cNvPr id="9" name="図プレースホルダー 8"/>
          <p:cNvSpPr>
            <a:spLocks noGrp="1"/>
          </p:cNvSpPr>
          <p:nvPr>
            <p:ph type="pic" sz="quarter" idx="12" hasCustomPrompt="1"/>
          </p:nvPr>
        </p:nvSpPr>
        <p:spPr>
          <a:xfrm>
            <a:off x="0" y="1461675"/>
            <a:ext cx="18289652" cy="4572413"/>
          </a:xfrm>
          <a:prstGeom prst="rect">
            <a:avLst/>
          </a:prstGeom>
        </p:spPr>
        <p:txBody>
          <a:bodyPr/>
          <a:lstStyle>
            <a:lvl1pPr>
              <a:defRPr baseline="0">
                <a:solidFill>
                  <a:schemeClr val="bg2">
                    <a:lumMod val="50000"/>
                  </a:schemeClr>
                </a:solidFill>
                <a:latin typeface="+mn-lt"/>
                <a:ea typeface="Roboto" panose="02000000000000000000" pitchFamily="2" charset="0"/>
              </a:defRPr>
            </a:lvl1pPr>
          </a:lstStyle>
          <a:p>
            <a:r>
              <a:rPr lang="en-US" dirty="0"/>
              <a:t>Add picture here – 1:1</a:t>
            </a:r>
          </a:p>
        </p:txBody>
      </p:sp>
      <p:sp>
        <p:nvSpPr>
          <p:cNvPr id="12" name="テキスト プレースホルダー 8"/>
          <p:cNvSpPr>
            <a:spLocks noGrp="1"/>
          </p:cNvSpPr>
          <p:nvPr>
            <p:ph type="body" sz="quarter" idx="13" hasCustomPrompt="1"/>
          </p:nvPr>
        </p:nvSpPr>
        <p:spPr>
          <a:xfrm>
            <a:off x="0" y="6322834"/>
            <a:ext cx="6481482" cy="635549"/>
          </a:xfrm>
          <a:prstGeom prst="rect">
            <a:avLst/>
          </a:prstGeom>
        </p:spPr>
        <p:txBody>
          <a:bodyPr anchor="b"/>
          <a:lstStyle>
            <a:lvl1pPr algn="r">
              <a:defRPr sz="3600" baseline="0">
                <a:solidFill>
                  <a:srgbClr val="FF6600"/>
                </a:solidFill>
                <a:latin typeface="+mj-lt"/>
                <a:ea typeface="A-OTF Gothic BBB Pro Medium" panose="020B0400000000000000" pitchFamily="34" charset="-128"/>
                <a:cs typeface="A-OTF Gothic BBB Pro Medium" panose="020B0400000000000000" pitchFamily="34" charset="-128"/>
              </a:defRPr>
            </a:lvl1pPr>
            <a:lvl2pPr>
              <a:defRPr>
                <a:latin typeface="Bebas Neue Bold" panose="020B0606020202050201" pitchFamily="34" charset="0"/>
              </a:defRPr>
            </a:lvl2pPr>
            <a:lvl3pPr>
              <a:defRPr>
                <a:latin typeface="Bebas Neue Bold" panose="020B0606020202050201" pitchFamily="34" charset="0"/>
              </a:defRPr>
            </a:lvl3pPr>
            <a:lvl4pPr>
              <a:defRPr>
                <a:latin typeface="Bebas Neue Bold" panose="020B0606020202050201" pitchFamily="34" charset="0"/>
              </a:defRPr>
            </a:lvl4pPr>
            <a:lvl5pPr>
              <a:defRPr>
                <a:latin typeface="Bebas Neue Bold" panose="020B0606020202050201" pitchFamily="34" charset="0"/>
              </a:defRPr>
            </a:lvl5pPr>
          </a:lstStyle>
          <a:p>
            <a:pPr lvl="0"/>
            <a:r>
              <a:rPr lang="en-US" altLang="ja-JP" dirty="0"/>
              <a:t>Text here</a:t>
            </a:r>
            <a:endParaRPr lang="ja-JP" altLang="en-US" dirty="0"/>
          </a:p>
        </p:txBody>
      </p:sp>
      <p:sp>
        <p:nvSpPr>
          <p:cNvPr id="13" name="テキスト プレースホルダー 8"/>
          <p:cNvSpPr>
            <a:spLocks noGrp="1"/>
          </p:cNvSpPr>
          <p:nvPr>
            <p:ph type="body" sz="quarter" idx="14" hasCustomPrompt="1"/>
          </p:nvPr>
        </p:nvSpPr>
        <p:spPr>
          <a:xfrm>
            <a:off x="6618515" y="6322834"/>
            <a:ext cx="11088914" cy="3067909"/>
          </a:xfrm>
          <a:prstGeom prst="rect">
            <a:avLst/>
          </a:prstGeom>
        </p:spPr>
        <p:txBody>
          <a:bodyPr anchor="t"/>
          <a:lstStyle>
            <a:lvl1pPr algn="l">
              <a:lnSpc>
                <a:spcPts val="2800"/>
              </a:lnSpc>
              <a:defRPr sz="2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Roboto" panose="02000000000000000000" pitchFamily="2" charset="0"/>
                <a:cs typeface="A-OTF Gothic BBB Pro Medium" panose="020B0400000000000000" pitchFamily="34" charset="-128"/>
              </a:defRPr>
            </a:lvl1pPr>
            <a:lvl2pPr>
              <a:defRPr>
                <a:latin typeface="Bebas Neue Bold" panose="020B0606020202050201" pitchFamily="34" charset="0"/>
              </a:defRPr>
            </a:lvl2pPr>
            <a:lvl3pPr>
              <a:defRPr>
                <a:latin typeface="Bebas Neue Bold" panose="020B0606020202050201" pitchFamily="34" charset="0"/>
              </a:defRPr>
            </a:lvl3pPr>
            <a:lvl4pPr>
              <a:defRPr>
                <a:latin typeface="Bebas Neue Bold" panose="020B0606020202050201" pitchFamily="34" charset="0"/>
              </a:defRPr>
            </a:lvl4pPr>
            <a:lvl5pPr>
              <a:defRPr>
                <a:latin typeface="Bebas Neue Bold" panose="020B0606020202050201" pitchFamily="34" charset="0"/>
              </a:defRPr>
            </a:lvl5pPr>
          </a:lstStyle>
          <a:p>
            <a:pPr lvl="0"/>
            <a:r>
              <a:rPr lang="en-US" altLang="ja-JP" dirty="0"/>
              <a:t>Text Here</a:t>
            </a:r>
            <a:endParaRPr lang="ja-JP" altLang="en-US" dirty="0"/>
          </a:p>
        </p:txBody>
      </p:sp>
      <p:sp>
        <p:nvSpPr>
          <p:cNvPr id="28" name="正方形/長方形 27"/>
          <p:cNvSpPr/>
          <p:nvPr userDrawn="1"/>
        </p:nvSpPr>
        <p:spPr>
          <a:xfrm>
            <a:off x="-2" y="6958383"/>
            <a:ext cx="6481483" cy="147358"/>
          </a:xfrm>
          <a:prstGeom prst="rect">
            <a:avLst/>
          </a:prstGeom>
          <a:solidFill>
            <a:srgbClr val="FF66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lang="en-US" sz="4050" dirty="0"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132802258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 Columns - Grap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 hasCustomPrompt="1"/>
          </p:nvPr>
        </p:nvSpPr>
        <p:spPr>
          <a:xfrm>
            <a:off x="484675" y="132353"/>
            <a:ext cx="17646914" cy="770016"/>
          </a:xfrm>
          <a:prstGeom prst="rect">
            <a:avLst/>
          </a:prstGeom>
        </p:spPr>
        <p:txBody>
          <a:bodyPr anchor="t"/>
          <a:lstStyle>
            <a:lvl1pPr>
              <a:defRPr baseline="0">
                <a:latin typeface="+mj-lt"/>
              </a:defRPr>
            </a:lvl1pPr>
          </a:lstStyle>
          <a:p>
            <a:r>
              <a:rPr lang="en-US" dirty="0"/>
              <a:t>Slide Title Here</a:t>
            </a:r>
          </a:p>
        </p:txBody>
      </p:sp>
      <p:sp>
        <p:nvSpPr>
          <p:cNvPr id="3" name="フッター プレースホルダー 2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>
                <a:latin typeface="+mj-lt"/>
              </a:defRPr>
            </a:lvl1pPr>
          </a:lstStyle>
          <a:p>
            <a:r>
              <a:rPr lang="en-US"/>
              <a:t>Time and Attendance</a:t>
            </a:r>
            <a:endParaRPr lang="en-US" dirty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latin typeface="+mj-lt"/>
              </a:defRPr>
            </a:lvl1pPr>
          </a:lstStyle>
          <a:p>
            <a:fld id="{DAEF4D36-AE85-49C9-90DE-66D02B257272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6" name="サブタイトル 2"/>
          <p:cNvSpPr>
            <a:spLocks noGrp="1"/>
          </p:cNvSpPr>
          <p:nvPr>
            <p:ph type="subTitle" idx="1" hasCustomPrompt="1"/>
          </p:nvPr>
        </p:nvSpPr>
        <p:spPr>
          <a:xfrm>
            <a:off x="484675" y="908365"/>
            <a:ext cx="17646914" cy="445226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l">
              <a:buNone/>
              <a:defRPr sz="3000" baseline="0">
                <a:solidFill>
                  <a:srgbClr val="FF6600"/>
                </a:solidFill>
                <a:latin typeface="+mj-lt"/>
                <a:ea typeface="A-OTF Gothic BBB Pro Medium" panose="020B0400000000000000" pitchFamily="34" charset="-128"/>
                <a:cs typeface="Clear Sans Light" panose="020B0303030202020304" pitchFamily="34" charset="0"/>
              </a:defRPr>
            </a:lvl1pPr>
            <a:lvl2pPr marL="685800" indent="0" algn="ctr">
              <a:buNone/>
              <a:defRPr sz="3000"/>
            </a:lvl2pPr>
            <a:lvl3pPr marL="1371600" indent="0" algn="ctr">
              <a:buNone/>
              <a:defRPr sz="2700"/>
            </a:lvl3pPr>
            <a:lvl4pPr marL="2057400" indent="0" algn="ctr">
              <a:buNone/>
              <a:defRPr sz="2400"/>
            </a:lvl4pPr>
            <a:lvl5pPr marL="2743200" indent="0" algn="ctr">
              <a:buNone/>
              <a:defRPr sz="2400"/>
            </a:lvl5pPr>
            <a:lvl6pPr marL="3429000" indent="0" algn="ctr">
              <a:buNone/>
              <a:defRPr sz="2400"/>
            </a:lvl6pPr>
            <a:lvl7pPr marL="4114800" indent="0" algn="ctr">
              <a:buNone/>
              <a:defRPr sz="2400"/>
            </a:lvl7pPr>
            <a:lvl8pPr marL="4800600" indent="0" algn="ctr">
              <a:buNone/>
              <a:defRPr sz="2400"/>
            </a:lvl8pPr>
            <a:lvl9pPr marL="5486400" indent="0" algn="ctr">
              <a:buNone/>
              <a:defRPr sz="2400"/>
            </a:lvl9pPr>
          </a:lstStyle>
          <a:p>
            <a:r>
              <a:rPr lang="en-US" altLang="ja-JP" dirty="0"/>
              <a:t>A brief description here</a:t>
            </a:r>
            <a:endParaRPr lang="en-US" dirty="0"/>
          </a:p>
        </p:txBody>
      </p:sp>
      <p:sp>
        <p:nvSpPr>
          <p:cNvPr id="12" name="テキスト プレースホルダー 8"/>
          <p:cNvSpPr>
            <a:spLocks noGrp="1"/>
          </p:cNvSpPr>
          <p:nvPr>
            <p:ph type="body" sz="quarter" idx="13" hasCustomPrompt="1"/>
          </p:nvPr>
        </p:nvSpPr>
        <p:spPr>
          <a:xfrm>
            <a:off x="1463167" y="5994876"/>
            <a:ext cx="3941815" cy="635549"/>
          </a:xfrm>
          <a:prstGeom prst="rect">
            <a:avLst/>
          </a:prstGeom>
        </p:spPr>
        <p:txBody>
          <a:bodyPr anchor="b"/>
          <a:lstStyle>
            <a:lvl1pPr algn="l">
              <a:defRPr sz="3600" baseline="0">
                <a:solidFill>
                  <a:srgbClr val="FF6600"/>
                </a:solidFill>
                <a:latin typeface="+mj-lt"/>
                <a:ea typeface="A-OTF Gothic BBB Pro Medium" panose="020B0400000000000000" pitchFamily="34" charset="-128"/>
                <a:cs typeface="A-OTF Gothic BBB Pro Medium" panose="020B0400000000000000" pitchFamily="34" charset="-128"/>
              </a:defRPr>
            </a:lvl1pPr>
            <a:lvl2pPr>
              <a:defRPr>
                <a:latin typeface="Bebas Neue Bold" panose="020B0606020202050201" pitchFamily="34" charset="0"/>
              </a:defRPr>
            </a:lvl2pPr>
            <a:lvl3pPr>
              <a:defRPr>
                <a:latin typeface="Bebas Neue Bold" panose="020B0606020202050201" pitchFamily="34" charset="0"/>
              </a:defRPr>
            </a:lvl3pPr>
            <a:lvl4pPr>
              <a:defRPr>
                <a:latin typeface="Bebas Neue Bold" panose="020B0606020202050201" pitchFamily="34" charset="0"/>
              </a:defRPr>
            </a:lvl4pPr>
            <a:lvl5pPr>
              <a:defRPr>
                <a:latin typeface="Bebas Neue Bold" panose="020B0606020202050201" pitchFamily="34" charset="0"/>
              </a:defRPr>
            </a:lvl5pPr>
          </a:lstStyle>
          <a:p>
            <a:pPr lvl="0"/>
            <a:r>
              <a:rPr lang="en-US" altLang="ja-JP" dirty="0"/>
              <a:t>Caption Here</a:t>
            </a:r>
            <a:endParaRPr lang="ja-JP" altLang="en-US" dirty="0"/>
          </a:p>
        </p:txBody>
      </p:sp>
      <p:sp>
        <p:nvSpPr>
          <p:cNvPr id="13" name="テキスト プレースホルダー 8"/>
          <p:cNvSpPr>
            <a:spLocks noGrp="1"/>
          </p:cNvSpPr>
          <p:nvPr>
            <p:ph type="body" sz="quarter" idx="14" hasCustomPrompt="1"/>
          </p:nvPr>
        </p:nvSpPr>
        <p:spPr>
          <a:xfrm>
            <a:off x="1456070" y="6681699"/>
            <a:ext cx="3948912" cy="2529535"/>
          </a:xfrm>
          <a:prstGeom prst="rect">
            <a:avLst/>
          </a:prstGeom>
        </p:spPr>
        <p:txBody>
          <a:bodyPr anchor="t"/>
          <a:lstStyle>
            <a:lvl1pPr algn="l">
              <a:lnSpc>
                <a:spcPts val="2800"/>
              </a:lnSpc>
              <a:defRPr sz="2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Roboto" panose="02000000000000000000" pitchFamily="2" charset="0"/>
                <a:cs typeface="A-OTF Gothic BBB Pro Medium" panose="020B0400000000000000" pitchFamily="34" charset="-128"/>
              </a:defRPr>
            </a:lvl1pPr>
            <a:lvl2pPr>
              <a:defRPr>
                <a:latin typeface="Bebas Neue Bold" panose="020B0606020202050201" pitchFamily="34" charset="0"/>
              </a:defRPr>
            </a:lvl2pPr>
            <a:lvl3pPr>
              <a:defRPr>
                <a:latin typeface="Bebas Neue Bold" panose="020B0606020202050201" pitchFamily="34" charset="0"/>
              </a:defRPr>
            </a:lvl3pPr>
            <a:lvl4pPr>
              <a:defRPr>
                <a:latin typeface="Bebas Neue Bold" panose="020B0606020202050201" pitchFamily="34" charset="0"/>
              </a:defRPr>
            </a:lvl4pPr>
            <a:lvl5pPr>
              <a:defRPr>
                <a:latin typeface="Bebas Neue Bold" panose="020B0606020202050201" pitchFamily="34" charset="0"/>
              </a:defRPr>
            </a:lvl5pPr>
          </a:lstStyle>
          <a:p>
            <a:pPr lvl="0"/>
            <a:r>
              <a:rPr lang="en-US" altLang="ja-JP" dirty="0"/>
              <a:t>Text Here</a:t>
            </a:r>
            <a:endParaRPr lang="ja-JP" altLang="en-US" dirty="0"/>
          </a:p>
        </p:txBody>
      </p:sp>
      <p:cxnSp>
        <p:nvCxnSpPr>
          <p:cNvPr id="14" name="直線コネクタ 13"/>
          <p:cNvCxnSpPr/>
          <p:nvPr userDrawn="1"/>
        </p:nvCxnSpPr>
        <p:spPr>
          <a:xfrm>
            <a:off x="1463167" y="6583152"/>
            <a:ext cx="3941815" cy="0"/>
          </a:xfrm>
          <a:prstGeom prst="line">
            <a:avLst/>
          </a:prstGeom>
          <a:ln w="19050">
            <a:solidFill>
              <a:srgbClr val="FF660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テキスト プレースホルダー 8"/>
          <p:cNvSpPr>
            <a:spLocks noGrp="1"/>
          </p:cNvSpPr>
          <p:nvPr>
            <p:ph type="body" sz="quarter" idx="16" hasCustomPrompt="1"/>
          </p:nvPr>
        </p:nvSpPr>
        <p:spPr>
          <a:xfrm>
            <a:off x="7139320" y="5994876"/>
            <a:ext cx="3941815" cy="635549"/>
          </a:xfrm>
          <a:prstGeom prst="rect">
            <a:avLst/>
          </a:prstGeom>
        </p:spPr>
        <p:txBody>
          <a:bodyPr anchor="b"/>
          <a:lstStyle>
            <a:lvl1pPr algn="l">
              <a:defRPr sz="3600" baseline="0">
                <a:solidFill>
                  <a:srgbClr val="FF6600"/>
                </a:solidFill>
                <a:latin typeface="+mj-lt"/>
                <a:ea typeface="A-OTF Gothic BBB Pro Medium" panose="020B0400000000000000" pitchFamily="34" charset="-128"/>
                <a:cs typeface="A-OTF Gothic BBB Pro Medium" panose="020B0400000000000000" pitchFamily="34" charset="-128"/>
              </a:defRPr>
            </a:lvl1pPr>
            <a:lvl2pPr>
              <a:defRPr>
                <a:latin typeface="Bebas Neue Bold" panose="020B0606020202050201" pitchFamily="34" charset="0"/>
              </a:defRPr>
            </a:lvl2pPr>
            <a:lvl3pPr>
              <a:defRPr>
                <a:latin typeface="Bebas Neue Bold" panose="020B0606020202050201" pitchFamily="34" charset="0"/>
              </a:defRPr>
            </a:lvl3pPr>
            <a:lvl4pPr>
              <a:defRPr>
                <a:latin typeface="Bebas Neue Bold" panose="020B0606020202050201" pitchFamily="34" charset="0"/>
              </a:defRPr>
            </a:lvl4pPr>
            <a:lvl5pPr>
              <a:defRPr>
                <a:latin typeface="Bebas Neue Bold" panose="020B0606020202050201" pitchFamily="34" charset="0"/>
              </a:defRPr>
            </a:lvl5pPr>
          </a:lstStyle>
          <a:p>
            <a:pPr lvl="0"/>
            <a:r>
              <a:rPr lang="en-US" altLang="ja-JP" dirty="0"/>
              <a:t>Caption Here</a:t>
            </a:r>
            <a:endParaRPr lang="ja-JP" altLang="en-US" dirty="0"/>
          </a:p>
        </p:txBody>
      </p:sp>
      <p:sp>
        <p:nvSpPr>
          <p:cNvPr id="21" name="テキスト プレースホルダー 8"/>
          <p:cNvSpPr>
            <a:spLocks noGrp="1"/>
          </p:cNvSpPr>
          <p:nvPr>
            <p:ph type="body" sz="quarter" idx="17" hasCustomPrompt="1"/>
          </p:nvPr>
        </p:nvSpPr>
        <p:spPr>
          <a:xfrm>
            <a:off x="7132223" y="6681699"/>
            <a:ext cx="3948912" cy="2529535"/>
          </a:xfrm>
          <a:prstGeom prst="rect">
            <a:avLst/>
          </a:prstGeom>
        </p:spPr>
        <p:txBody>
          <a:bodyPr anchor="t"/>
          <a:lstStyle>
            <a:lvl1pPr algn="l">
              <a:lnSpc>
                <a:spcPts val="2800"/>
              </a:lnSpc>
              <a:defRPr sz="2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Roboto" panose="02000000000000000000" pitchFamily="2" charset="0"/>
                <a:cs typeface="A-OTF Gothic BBB Pro Medium" panose="020B0400000000000000" pitchFamily="34" charset="-128"/>
              </a:defRPr>
            </a:lvl1pPr>
            <a:lvl2pPr>
              <a:defRPr>
                <a:latin typeface="Bebas Neue Bold" panose="020B0606020202050201" pitchFamily="34" charset="0"/>
              </a:defRPr>
            </a:lvl2pPr>
            <a:lvl3pPr>
              <a:defRPr>
                <a:latin typeface="Bebas Neue Bold" panose="020B0606020202050201" pitchFamily="34" charset="0"/>
              </a:defRPr>
            </a:lvl3pPr>
            <a:lvl4pPr>
              <a:defRPr>
                <a:latin typeface="Bebas Neue Bold" panose="020B0606020202050201" pitchFamily="34" charset="0"/>
              </a:defRPr>
            </a:lvl4pPr>
            <a:lvl5pPr>
              <a:defRPr>
                <a:latin typeface="Bebas Neue Bold" panose="020B0606020202050201" pitchFamily="34" charset="0"/>
              </a:defRPr>
            </a:lvl5pPr>
          </a:lstStyle>
          <a:p>
            <a:pPr lvl="0"/>
            <a:r>
              <a:rPr lang="en-US" altLang="ja-JP" dirty="0"/>
              <a:t>Text Here</a:t>
            </a:r>
            <a:endParaRPr lang="ja-JP" altLang="en-US" dirty="0"/>
          </a:p>
        </p:txBody>
      </p:sp>
      <p:cxnSp>
        <p:nvCxnSpPr>
          <p:cNvPr id="22" name="直線コネクタ 21"/>
          <p:cNvCxnSpPr/>
          <p:nvPr userDrawn="1"/>
        </p:nvCxnSpPr>
        <p:spPr>
          <a:xfrm>
            <a:off x="7139320" y="6583152"/>
            <a:ext cx="3941815" cy="0"/>
          </a:xfrm>
          <a:prstGeom prst="line">
            <a:avLst/>
          </a:prstGeom>
          <a:ln w="19050">
            <a:solidFill>
              <a:srgbClr val="FF660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テキスト プレースホルダー 8"/>
          <p:cNvSpPr>
            <a:spLocks noGrp="1"/>
          </p:cNvSpPr>
          <p:nvPr>
            <p:ph type="body" sz="quarter" idx="19" hasCustomPrompt="1"/>
          </p:nvPr>
        </p:nvSpPr>
        <p:spPr>
          <a:xfrm>
            <a:off x="12822569" y="5994876"/>
            <a:ext cx="3941815" cy="635549"/>
          </a:xfrm>
          <a:prstGeom prst="rect">
            <a:avLst/>
          </a:prstGeom>
        </p:spPr>
        <p:txBody>
          <a:bodyPr anchor="b"/>
          <a:lstStyle>
            <a:lvl1pPr algn="l">
              <a:defRPr sz="3600" baseline="0">
                <a:solidFill>
                  <a:srgbClr val="FF6600"/>
                </a:solidFill>
                <a:latin typeface="+mj-lt"/>
                <a:ea typeface="A-OTF Gothic BBB Pro Medium" panose="020B0400000000000000" pitchFamily="34" charset="-128"/>
                <a:cs typeface="A-OTF Gothic BBB Pro Medium" panose="020B0400000000000000" pitchFamily="34" charset="-128"/>
              </a:defRPr>
            </a:lvl1pPr>
            <a:lvl2pPr>
              <a:defRPr>
                <a:latin typeface="Bebas Neue Bold" panose="020B0606020202050201" pitchFamily="34" charset="0"/>
              </a:defRPr>
            </a:lvl2pPr>
            <a:lvl3pPr>
              <a:defRPr>
                <a:latin typeface="Bebas Neue Bold" panose="020B0606020202050201" pitchFamily="34" charset="0"/>
              </a:defRPr>
            </a:lvl3pPr>
            <a:lvl4pPr>
              <a:defRPr>
                <a:latin typeface="Bebas Neue Bold" panose="020B0606020202050201" pitchFamily="34" charset="0"/>
              </a:defRPr>
            </a:lvl4pPr>
            <a:lvl5pPr>
              <a:defRPr>
                <a:latin typeface="Bebas Neue Bold" panose="020B0606020202050201" pitchFamily="34" charset="0"/>
              </a:defRPr>
            </a:lvl5pPr>
          </a:lstStyle>
          <a:p>
            <a:pPr lvl="0"/>
            <a:r>
              <a:rPr lang="en-US" altLang="ja-JP" dirty="0"/>
              <a:t>Caption Here</a:t>
            </a:r>
            <a:endParaRPr lang="ja-JP" altLang="en-US" dirty="0"/>
          </a:p>
        </p:txBody>
      </p:sp>
      <p:sp>
        <p:nvSpPr>
          <p:cNvPr id="26" name="テキスト プレースホルダー 8"/>
          <p:cNvSpPr>
            <a:spLocks noGrp="1"/>
          </p:cNvSpPr>
          <p:nvPr>
            <p:ph type="body" sz="quarter" idx="20" hasCustomPrompt="1"/>
          </p:nvPr>
        </p:nvSpPr>
        <p:spPr>
          <a:xfrm>
            <a:off x="12815472" y="6681699"/>
            <a:ext cx="3948912" cy="2529535"/>
          </a:xfrm>
          <a:prstGeom prst="rect">
            <a:avLst/>
          </a:prstGeom>
        </p:spPr>
        <p:txBody>
          <a:bodyPr anchor="t"/>
          <a:lstStyle>
            <a:lvl1pPr algn="l">
              <a:lnSpc>
                <a:spcPts val="2800"/>
              </a:lnSpc>
              <a:defRPr sz="2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Roboto" panose="02000000000000000000" pitchFamily="2" charset="0"/>
                <a:cs typeface="A-OTF Gothic BBB Pro Medium" panose="020B0400000000000000" pitchFamily="34" charset="-128"/>
              </a:defRPr>
            </a:lvl1pPr>
            <a:lvl2pPr>
              <a:defRPr>
                <a:latin typeface="Bebas Neue Bold" panose="020B0606020202050201" pitchFamily="34" charset="0"/>
              </a:defRPr>
            </a:lvl2pPr>
            <a:lvl3pPr>
              <a:defRPr>
                <a:latin typeface="Bebas Neue Bold" panose="020B0606020202050201" pitchFamily="34" charset="0"/>
              </a:defRPr>
            </a:lvl3pPr>
            <a:lvl4pPr>
              <a:defRPr>
                <a:latin typeface="Bebas Neue Bold" panose="020B0606020202050201" pitchFamily="34" charset="0"/>
              </a:defRPr>
            </a:lvl4pPr>
            <a:lvl5pPr>
              <a:defRPr>
                <a:latin typeface="Bebas Neue Bold" panose="020B0606020202050201" pitchFamily="34" charset="0"/>
              </a:defRPr>
            </a:lvl5pPr>
          </a:lstStyle>
          <a:p>
            <a:pPr lvl="0"/>
            <a:r>
              <a:rPr lang="en-US" altLang="ja-JP" dirty="0"/>
              <a:t>Text Here</a:t>
            </a:r>
            <a:endParaRPr lang="ja-JP" altLang="en-US" dirty="0"/>
          </a:p>
        </p:txBody>
      </p:sp>
      <p:cxnSp>
        <p:nvCxnSpPr>
          <p:cNvPr id="27" name="直線コネクタ 26"/>
          <p:cNvCxnSpPr/>
          <p:nvPr userDrawn="1"/>
        </p:nvCxnSpPr>
        <p:spPr>
          <a:xfrm>
            <a:off x="12822569" y="6583152"/>
            <a:ext cx="3941815" cy="0"/>
          </a:xfrm>
          <a:prstGeom prst="line">
            <a:avLst/>
          </a:prstGeom>
          <a:ln w="19050">
            <a:solidFill>
              <a:srgbClr val="FF660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グラフ プレースホルダー 6"/>
          <p:cNvSpPr>
            <a:spLocks noGrp="1"/>
          </p:cNvSpPr>
          <p:nvPr>
            <p:ph type="chart" sz="quarter" idx="21" hasCustomPrompt="1"/>
          </p:nvPr>
        </p:nvSpPr>
        <p:spPr>
          <a:xfrm>
            <a:off x="1463675" y="1927449"/>
            <a:ext cx="3965349" cy="3965348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2">
                    <a:lumMod val="50000"/>
                  </a:schemeClr>
                </a:solidFill>
                <a:latin typeface="+mn-lt"/>
                <a:ea typeface="Roboto" panose="02000000000000000000" pitchFamily="2" charset="0"/>
              </a:defRPr>
            </a:lvl1pPr>
          </a:lstStyle>
          <a:p>
            <a:r>
              <a:rPr lang="en-US" dirty="0"/>
              <a:t>Add Graph Here</a:t>
            </a:r>
          </a:p>
        </p:txBody>
      </p:sp>
      <p:sp>
        <p:nvSpPr>
          <p:cNvPr id="28" name="グラフ プレースホルダー 6"/>
          <p:cNvSpPr>
            <a:spLocks noGrp="1"/>
          </p:cNvSpPr>
          <p:nvPr>
            <p:ph type="chart" sz="quarter" idx="22" hasCustomPrompt="1"/>
          </p:nvPr>
        </p:nvSpPr>
        <p:spPr>
          <a:xfrm>
            <a:off x="7115786" y="1927449"/>
            <a:ext cx="3965349" cy="3965348"/>
          </a:xfrm>
          <a:prstGeom prst="rect">
            <a:avLst/>
          </a:prstGeom>
        </p:spPr>
        <p:txBody>
          <a:bodyPr/>
          <a:lstStyle>
            <a:lvl1pPr marL="0" marR="0" indent="0" algn="l" defTabSz="1371600" rtl="0" eaLnBrk="1" fontAlgn="auto" latinLnBrk="0" hangingPunct="1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None/>
              <a:tabLst/>
              <a:defRPr>
                <a:solidFill>
                  <a:schemeClr val="bg2">
                    <a:lumMod val="50000"/>
                  </a:schemeClr>
                </a:solidFill>
                <a:latin typeface="+mn-lt"/>
                <a:ea typeface="Roboto" panose="02000000000000000000" pitchFamily="2" charset="0"/>
              </a:defRPr>
            </a:lvl1pPr>
          </a:lstStyle>
          <a:p>
            <a:r>
              <a:rPr lang="en-US" dirty="0"/>
              <a:t>Add Graph Here</a:t>
            </a:r>
          </a:p>
          <a:p>
            <a:endParaRPr lang="en-US" dirty="0"/>
          </a:p>
        </p:txBody>
      </p:sp>
      <p:sp>
        <p:nvSpPr>
          <p:cNvPr id="29" name="グラフ プレースホルダー 6"/>
          <p:cNvSpPr>
            <a:spLocks noGrp="1"/>
          </p:cNvSpPr>
          <p:nvPr>
            <p:ph type="chart" sz="quarter" idx="23" hasCustomPrompt="1"/>
          </p:nvPr>
        </p:nvSpPr>
        <p:spPr>
          <a:xfrm>
            <a:off x="12822569" y="1924689"/>
            <a:ext cx="3965349" cy="3965348"/>
          </a:xfrm>
          <a:prstGeom prst="rect">
            <a:avLst/>
          </a:prstGeom>
        </p:spPr>
        <p:txBody>
          <a:bodyPr/>
          <a:lstStyle>
            <a:lvl1pPr marL="0" marR="0" indent="0" algn="l" defTabSz="1371600" rtl="0" eaLnBrk="1" fontAlgn="auto" latinLnBrk="0" hangingPunct="1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None/>
              <a:tabLst/>
              <a:defRPr>
                <a:solidFill>
                  <a:schemeClr val="bg2">
                    <a:lumMod val="50000"/>
                  </a:schemeClr>
                </a:solidFill>
                <a:latin typeface="+mn-lt"/>
                <a:ea typeface="Roboto" panose="02000000000000000000" pitchFamily="2" charset="0"/>
              </a:defRPr>
            </a:lvl1pPr>
          </a:lstStyle>
          <a:p>
            <a:r>
              <a:rPr lang="en-US" dirty="0"/>
              <a:t>Add Graph Here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4506680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3 Columns - Grap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 hasCustomPrompt="1"/>
          </p:nvPr>
        </p:nvSpPr>
        <p:spPr>
          <a:xfrm>
            <a:off x="484675" y="132353"/>
            <a:ext cx="17646914" cy="770016"/>
          </a:xfrm>
          <a:prstGeom prst="rect">
            <a:avLst/>
          </a:prstGeom>
        </p:spPr>
        <p:txBody>
          <a:bodyPr anchor="t"/>
          <a:lstStyle>
            <a:lvl1pPr>
              <a:defRPr baseline="0">
                <a:latin typeface="+mj-lt"/>
              </a:defRPr>
            </a:lvl1pPr>
          </a:lstStyle>
          <a:p>
            <a:r>
              <a:rPr lang="en-US" dirty="0"/>
              <a:t>Slide Title Here</a:t>
            </a:r>
          </a:p>
        </p:txBody>
      </p:sp>
      <p:sp>
        <p:nvSpPr>
          <p:cNvPr id="3" name="フッター プレースホルダー 2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>
                <a:latin typeface="+mj-lt"/>
              </a:defRPr>
            </a:lvl1pPr>
          </a:lstStyle>
          <a:p>
            <a:r>
              <a:rPr lang="en-US"/>
              <a:t>Time and Attendance</a:t>
            </a:r>
            <a:endParaRPr lang="en-US" dirty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latin typeface="+mj-lt"/>
              </a:defRPr>
            </a:lvl1pPr>
          </a:lstStyle>
          <a:p>
            <a:fld id="{DAEF4D36-AE85-49C9-90DE-66D02B257272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6" name="サブタイトル 2"/>
          <p:cNvSpPr>
            <a:spLocks noGrp="1"/>
          </p:cNvSpPr>
          <p:nvPr>
            <p:ph type="subTitle" idx="1" hasCustomPrompt="1"/>
          </p:nvPr>
        </p:nvSpPr>
        <p:spPr>
          <a:xfrm>
            <a:off x="484675" y="908365"/>
            <a:ext cx="17646914" cy="445226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l">
              <a:buNone/>
              <a:defRPr sz="3000" baseline="0">
                <a:solidFill>
                  <a:srgbClr val="FF6600"/>
                </a:solidFill>
                <a:latin typeface="+mj-lt"/>
                <a:ea typeface="A-OTF Gothic BBB Pro Medium" panose="020B0400000000000000" pitchFamily="34" charset="-128"/>
                <a:cs typeface="Clear Sans Light" panose="020B0303030202020304" pitchFamily="34" charset="0"/>
              </a:defRPr>
            </a:lvl1pPr>
            <a:lvl2pPr marL="685800" indent="0" algn="ctr">
              <a:buNone/>
              <a:defRPr sz="3000"/>
            </a:lvl2pPr>
            <a:lvl3pPr marL="1371600" indent="0" algn="ctr">
              <a:buNone/>
              <a:defRPr sz="2700"/>
            </a:lvl3pPr>
            <a:lvl4pPr marL="2057400" indent="0" algn="ctr">
              <a:buNone/>
              <a:defRPr sz="2400"/>
            </a:lvl4pPr>
            <a:lvl5pPr marL="2743200" indent="0" algn="ctr">
              <a:buNone/>
              <a:defRPr sz="2400"/>
            </a:lvl5pPr>
            <a:lvl6pPr marL="3429000" indent="0" algn="ctr">
              <a:buNone/>
              <a:defRPr sz="2400"/>
            </a:lvl6pPr>
            <a:lvl7pPr marL="4114800" indent="0" algn="ctr">
              <a:buNone/>
              <a:defRPr sz="2400"/>
            </a:lvl7pPr>
            <a:lvl8pPr marL="4800600" indent="0" algn="ctr">
              <a:buNone/>
              <a:defRPr sz="2400"/>
            </a:lvl8pPr>
            <a:lvl9pPr marL="5486400" indent="0" algn="ctr">
              <a:buNone/>
              <a:defRPr sz="2400"/>
            </a:lvl9pPr>
          </a:lstStyle>
          <a:p>
            <a:r>
              <a:rPr lang="en-US" altLang="ja-JP" dirty="0"/>
              <a:t>A brief description here</a:t>
            </a:r>
            <a:endParaRPr lang="en-US" dirty="0"/>
          </a:p>
        </p:txBody>
      </p:sp>
      <p:sp>
        <p:nvSpPr>
          <p:cNvPr id="12" name="テキスト プレースホルダー 8"/>
          <p:cNvSpPr>
            <a:spLocks noGrp="1"/>
          </p:cNvSpPr>
          <p:nvPr>
            <p:ph type="body" sz="quarter" idx="13" hasCustomPrompt="1"/>
          </p:nvPr>
        </p:nvSpPr>
        <p:spPr>
          <a:xfrm>
            <a:off x="9067502" y="2862602"/>
            <a:ext cx="8318843" cy="635549"/>
          </a:xfrm>
          <a:prstGeom prst="rect">
            <a:avLst/>
          </a:prstGeom>
        </p:spPr>
        <p:txBody>
          <a:bodyPr anchor="b"/>
          <a:lstStyle>
            <a:lvl1pPr algn="l">
              <a:defRPr sz="3600" baseline="0">
                <a:solidFill>
                  <a:srgbClr val="FF6600"/>
                </a:solidFill>
                <a:latin typeface="+mj-lt"/>
                <a:ea typeface="A-OTF Gothic BBB Pro Medium" panose="020B0400000000000000" pitchFamily="34" charset="-128"/>
                <a:cs typeface="A-OTF Gothic BBB Pro Medium" panose="020B0400000000000000" pitchFamily="34" charset="-128"/>
              </a:defRPr>
            </a:lvl1pPr>
            <a:lvl2pPr>
              <a:defRPr>
                <a:latin typeface="Bebas Neue Bold" panose="020B0606020202050201" pitchFamily="34" charset="0"/>
              </a:defRPr>
            </a:lvl2pPr>
            <a:lvl3pPr>
              <a:defRPr>
                <a:latin typeface="Bebas Neue Bold" panose="020B0606020202050201" pitchFamily="34" charset="0"/>
              </a:defRPr>
            </a:lvl3pPr>
            <a:lvl4pPr>
              <a:defRPr>
                <a:latin typeface="Bebas Neue Bold" panose="020B0606020202050201" pitchFamily="34" charset="0"/>
              </a:defRPr>
            </a:lvl4pPr>
            <a:lvl5pPr>
              <a:defRPr>
                <a:latin typeface="Bebas Neue Bold" panose="020B0606020202050201" pitchFamily="34" charset="0"/>
              </a:defRPr>
            </a:lvl5pPr>
          </a:lstStyle>
          <a:p>
            <a:pPr lvl="0"/>
            <a:r>
              <a:rPr lang="en-US" altLang="ja-JP" dirty="0"/>
              <a:t>Text here</a:t>
            </a:r>
            <a:endParaRPr lang="ja-JP" altLang="en-US" dirty="0"/>
          </a:p>
        </p:txBody>
      </p:sp>
      <p:sp>
        <p:nvSpPr>
          <p:cNvPr id="13" name="テキスト プレースホルダー 8"/>
          <p:cNvSpPr>
            <a:spLocks noGrp="1"/>
          </p:cNvSpPr>
          <p:nvPr>
            <p:ph type="body" sz="quarter" idx="14" hasCustomPrompt="1"/>
          </p:nvPr>
        </p:nvSpPr>
        <p:spPr>
          <a:xfrm>
            <a:off x="9060404" y="3549425"/>
            <a:ext cx="8333821" cy="4541845"/>
          </a:xfrm>
          <a:prstGeom prst="rect">
            <a:avLst/>
          </a:prstGeom>
        </p:spPr>
        <p:txBody>
          <a:bodyPr anchor="t"/>
          <a:lstStyle>
            <a:lvl1pPr algn="l">
              <a:lnSpc>
                <a:spcPts val="2800"/>
              </a:lnSpc>
              <a:defRPr sz="2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Roboto" panose="02000000000000000000" pitchFamily="2" charset="0"/>
                <a:cs typeface="A-OTF Gothic BBB Pro Medium" panose="020B0400000000000000" pitchFamily="34" charset="-128"/>
              </a:defRPr>
            </a:lvl1pPr>
            <a:lvl2pPr>
              <a:defRPr>
                <a:latin typeface="Bebas Neue Bold" panose="020B0606020202050201" pitchFamily="34" charset="0"/>
              </a:defRPr>
            </a:lvl2pPr>
            <a:lvl3pPr>
              <a:defRPr>
                <a:latin typeface="Bebas Neue Bold" panose="020B0606020202050201" pitchFamily="34" charset="0"/>
              </a:defRPr>
            </a:lvl3pPr>
            <a:lvl4pPr>
              <a:defRPr>
                <a:latin typeface="Bebas Neue Bold" panose="020B0606020202050201" pitchFamily="34" charset="0"/>
              </a:defRPr>
            </a:lvl4pPr>
            <a:lvl5pPr>
              <a:defRPr>
                <a:latin typeface="Bebas Neue Bold" panose="020B0606020202050201" pitchFamily="34" charset="0"/>
              </a:defRPr>
            </a:lvl5pPr>
          </a:lstStyle>
          <a:p>
            <a:pPr lvl="0"/>
            <a:r>
              <a:rPr lang="en-US" altLang="ja-JP" dirty="0"/>
              <a:t>Text Here</a:t>
            </a:r>
            <a:endParaRPr lang="ja-JP" altLang="en-US" dirty="0"/>
          </a:p>
        </p:txBody>
      </p:sp>
      <p:cxnSp>
        <p:nvCxnSpPr>
          <p:cNvPr id="14" name="直線コネクタ 13"/>
          <p:cNvCxnSpPr/>
          <p:nvPr userDrawn="1"/>
        </p:nvCxnSpPr>
        <p:spPr>
          <a:xfrm>
            <a:off x="9067502" y="3450878"/>
            <a:ext cx="8318843" cy="0"/>
          </a:xfrm>
          <a:prstGeom prst="line">
            <a:avLst/>
          </a:prstGeom>
          <a:ln w="19050">
            <a:solidFill>
              <a:srgbClr val="FF660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グラフ プレースホルダー 6"/>
          <p:cNvSpPr>
            <a:spLocks noGrp="1"/>
          </p:cNvSpPr>
          <p:nvPr>
            <p:ph type="chart" sz="quarter" idx="21" hasCustomPrompt="1"/>
          </p:nvPr>
        </p:nvSpPr>
        <p:spPr>
          <a:xfrm>
            <a:off x="796950" y="2862602"/>
            <a:ext cx="8127999" cy="5228668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2">
                    <a:lumMod val="50000"/>
                  </a:schemeClr>
                </a:solidFill>
                <a:latin typeface="+mn-lt"/>
                <a:ea typeface="Roboto" panose="02000000000000000000" pitchFamily="2" charset="0"/>
              </a:defRPr>
            </a:lvl1pPr>
          </a:lstStyle>
          <a:p>
            <a:r>
              <a:rPr lang="en-US" dirty="0"/>
              <a:t>Add Graph Here</a:t>
            </a:r>
          </a:p>
        </p:txBody>
      </p:sp>
    </p:spTree>
    <p:extLst>
      <p:ext uri="{BB962C8B-B14F-4D97-AF65-F5344CB8AC3E}">
        <p14:creationId xmlns:p14="http://schemas.microsoft.com/office/powerpoint/2010/main" val="41769668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3.xml"/><Relationship Id="rId13" Type="http://schemas.openxmlformats.org/officeDocument/2006/relationships/theme" Target="../theme/theme2.xml"/><Relationship Id="rId3" Type="http://schemas.openxmlformats.org/officeDocument/2006/relationships/slideLayout" Target="../slideLayouts/slideLayout8.xml"/><Relationship Id="rId7" Type="http://schemas.openxmlformats.org/officeDocument/2006/relationships/slideLayout" Target="../slideLayouts/slideLayout12.xml"/><Relationship Id="rId12" Type="http://schemas.openxmlformats.org/officeDocument/2006/relationships/slideLayout" Target="../slideLayouts/slideLayout17.xml"/><Relationship Id="rId2" Type="http://schemas.openxmlformats.org/officeDocument/2006/relationships/slideLayout" Target="../slideLayouts/slideLayout7.xml"/><Relationship Id="rId1" Type="http://schemas.openxmlformats.org/officeDocument/2006/relationships/slideLayout" Target="../slideLayouts/slideLayout6.xml"/><Relationship Id="rId6" Type="http://schemas.openxmlformats.org/officeDocument/2006/relationships/slideLayout" Target="../slideLayouts/slideLayout11.xml"/><Relationship Id="rId11" Type="http://schemas.openxmlformats.org/officeDocument/2006/relationships/slideLayout" Target="../slideLayouts/slideLayout16.xml"/><Relationship Id="rId5" Type="http://schemas.openxmlformats.org/officeDocument/2006/relationships/slideLayout" Target="../slideLayouts/slideLayout10.xml"/><Relationship Id="rId10" Type="http://schemas.openxmlformats.org/officeDocument/2006/relationships/slideLayout" Target="../slideLayouts/slideLayout15.xml"/><Relationship Id="rId4" Type="http://schemas.openxmlformats.org/officeDocument/2006/relationships/slideLayout" Target="../slideLayouts/slideLayout9.xml"/><Relationship Id="rId9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accent4">
            <a:lumMod val="20000"/>
            <a:lumOff val="80000"/>
            <a:alpha val="49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23563730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9" r:id="rId2"/>
    <p:sldLayoutId id="2147483667" r:id="rId3"/>
    <p:sldLayoutId id="2147483668" r:id="rId4"/>
    <p:sldLayoutId id="2147483669" r:id="rId5"/>
  </p:sldLayoutIdLst>
  <p:hf sldNum="0" hdr="0" dt="0"/>
  <p:txStyles>
    <p:titleStyle>
      <a:lvl1pPr algn="l" defTabSz="1371600" rtl="0" eaLnBrk="1" latinLnBrk="0" hangingPunct="1">
        <a:lnSpc>
          <a:spcPct val="90000"/>
        </a:lnSpc>
        <a:spcBef>
          <a:spcPct val="0"/>
        </a:spcBef>
        <a:buNone/>
        <a:defRPr sz="4200" kern="1200">
          <a:solidFill>
            <a:schemeClr val="tx1"/>
          </a:solidFill>
          <a:latin typeface="Aller Light" panose="02000503000000020004" pitchFamily="2" charset="0"/>
          <a:ea typeface="A-OTF Shin Go Pro L" panose="020B0300000000000000" pitchFamily="34" charset="-128"/>
          <a:cs typeface="+mj-cs"/>
        </a:defRPr>
      </a:lvl1pPr>
    </p:titleStyle>
    <p:bodyStyle>
      <a:lvl1pPr marL="342900" indent="-342900" algn="l" defTabSz="1371600" rtl="0" eaLnBrk="1" latinLnBrk="0" hangingPunct="1">
        <a:lnSpc>
          <a:spcPct val="90000"/>
        </a:lnSpc>
        <a:spcBef>
          <a:spcPts val="1500"/>
        </a:spcBef>
        <a:buFont typeface="Wingdings" panose="05000000000000000000" pitchFamily="2" charset="2"/>
        <a:buChar char=""/>
        <a:defRPr sz="2700" kern="1200">
          <a:solidFill>
            <a:schemeClr val="tx1"/>
          </a:solidFill>
          <a:latin typeface="Aller Light" panose="02000503000000020004" pitchFamily="2" charset="0"/>
          <a:ea typeface="A-OTF Shin Go Pro L" panose="020B0300000000000000" pitchFamily="34" charset="-128"/>
          <a:cs typeface="+mn-cs"/>
        </a:defRPr>
      </a:lvl1pPr>
      <a:lvl2pPr marL="685800" indent="-342900" algn="l" defTabSz="1371600" rtl="0" eaLnBrk="1" latinLnBrk="0" hangingPunct="1">
        <a:lnSpc>
          <a:spcPct val="90000"/>
        </a:lnSpc>
        <a:spcBef>
          <a:spcPts val="750"/>
        </a:spcBef>
        <a:buFont typeface="Wingdings" panose="05000000000000000000" pitchFamily="2" charset="2"/>
        <a:buChar char=""/>
        <a:defRPr sz="2400" kern="1200">
          <a:solidFill>
            <a:schemeClr val="tx1"/>
          </a:solidFill>
          <a:latin typeface="Aller Light" panose="02000503000000020004" pitchFamily="2" charset="0"/>
          <a:ea typeface="A-OTF Shin Go Pro L" panose="020B0300000000000000" pitchFamily="34" charset="-128"/>
          <a:cs typeface="+mn-cs"/>
        </a:defRPr>
      </a:lvl2pPr>
      <a:lvl3pPr marL="1097280" indent="-342900" algn="l" defTabSz="1371600" rtl="0" eaLnBrk="1" latinLnBrk="0" hangingPunct="1">
        <a:lnSpc>
          <a:spcPct val="90000"/>
        </a:lnSpc>
        <a:spcBef>
          <a:spcPts val="900"/>
        </a:spcBef>
        <a:buFont typeface="Wingdings" panose="05000000000000000000" pitchFamily="2" charset="2"/>
        <a:buChar char=""/>
        <a:defRPr sz="2400" kern="1200">
          <a:solidFill>
            <a:schemeClr val="tx1"/>
          </a:solidFill>
          <a:latin typeface="Aller Light" panose="02000503000000020004" pitchFamily="2" charset="0"/>
          <a:ea typeface="A-OTF Shin Go Pro L" panose="020B0300000000000000" pitchFamily="34" charset="-128"/>
          <a:cs typeface="+mn-cs"/>
        </a:defRPr>
      </a:lvl3pPr>
      <a:lvl4pPr marL="1508760" indent="-342900" algn="l" defTabSz="1371600" rtl="0" eaLnBrk="1" latinLnBrk="0" hangingPunct="1">
        <a:lnSpc>
          <a:spcPct val="90000"/>
        </a:lnSpc>
        <a:spcBef>
          <a:spcPts val="900"/>
        </a:spcBef>
        <a:buFont typeface="Wingdings" panose="05000000000000000000" pitchFamily="2" charset="2"/>
        <a:buChar char=""/>
        <a:defRPr sz="2100" kern="1200">
          <a:solidFill>
            <a:schemeClr val="tx1"/>
          </a:solidFill>
          <a:latin typeface="Aller Light" panose="02000503000000020004" pitchFamily="2" charset="0"/>
          <a:ea typeface="A-OTF Shin Go Pro L" panose="020B0300000000000000" pitchFamily="34" charset="-128"/>
          <a:cs typeface="+mn-cs"/>
        </a:defRPr>
      </a:lvl4pPr>
      <a:lvl5pPr marL="1920240" indent="-342900" algn="l" defTabSz="1371600" rtl="0" eaLnBrk="1" latinLnBrk="0" hangingPunct="1">
        <a:lnSpc>
          <a:spcPct val="90000"/>
        </a:lnSpc>
        <a:spcBef>
          <a:spcPts val="900"/>
        </a:spcBef>
        <a:buFont typeface="Wingdings" panose="05000000000000000000" pitchFamily="2" charset="2"/>
        <a:buChar char=""/>
        <a:defRPr sz="2100" kern="1200">
          <a:solidFill>
            <a:schemeClr val="tx1"/>
          </a:solidFill>
          <a:latin typeface="Aller Light" panose="02000503000000020004" pitchFamily="2" charset="0"/>
          <a:ea typeface="A-OTF Shin Go Pro L" panose="020B0300000000000000" pitchFamily="34" charset="-128"/>
          <a:cs typeface="+mn-cs"/>
        </a:defRPr>
      </a:lvl5pPr>
      <a:lvl6pPr marL="3771900" indent="-342900" algn="l" defTabSz="13716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6pPr>
      <a:lvl7pPr marL="4457700" indent="-342900" algn="l" defTabSz="13716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7pPr>
      <a:lvl8pPr marL="5143500" indent="-342900" algn="l" defTabSz="13716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8pPr>
      <a:lvl9pPr marL="5829300" indent="-342900" algn="l" defTabSz="13716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3716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algn="l" defTabSz="13716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2pPr>
      <a:lvl3pPr marL="1371600" algn="l" defTabSz="13716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3pPr>
      <a:lvl4pPr marL="2057400" algn="l" defTabSz="13716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algn="l" defTabSz="13716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5pPr>
      <a:lvl6pPr marL="3429000" algn="l" defTabSz="13716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6pPr>
      <a:lvl7pPr marL="4114800" algn="l" defTabSz="13716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7pPr>
      <a:lvl8pPr marL="4800600" algn="l" defTabSz="13716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8pPr>
      <a:lvl9pPr marL="5486400" algn="l" defTabSz="13716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accent4">
            <a:lumMod val="20000"/>
            <a:lumOff val="80000"/>
            <a:alpha val="49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正方形/長方形 14"/>
          <p:cNvSpPr/>
          <p:nvPr userDrawn="1"/>
        </p:nvSpPr>
        <p:spPr>
          <a:xfrm>
            <a:off x="0" y="9721516"/>
            <a:ext cx="18288000" cy="565484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4050"/>
          </a:p>
        </p:txBody>
      </p:sp>
      <p:sp>
        <p:nvSpPr>
          <p:cNvPr id="16" name="正方形/長方形 15"/>
          <p:cNvSpPr/>
          <p:nvPr userDrawn="1"/>
        </p:nvSpPr>
        <p:spPr>
          <a:xfrm>
            <a:off x="13018168" y="9721516"/>
            <a:ext cx="5269832" cy="565484"/>
          </a:xfrm>
          <a:prstGeom prst="rect">
            <a:avLst/>
          </a:prstGeom>
          <a:solidFill>
            <a:srgbClr val="FF66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4050"/>
          </a:p>
        </p:txBody>
      </p:sp>
      <p:sp>
        <p:nvSpPr>
          <p:cNvPr id="2" name="正方形/長方形 1"/>
          <p:cNvSpPr/>
          <p:nvPr userDrawn="1"/>
        </p:nvSpPr>
        <p:spPr>
          <a:xfrm>
            <a:off x="0" y="0"/>
            <a:ext cx="18288000" cy="1462638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4050"/>
          </a:p>
        </p:txBody>
      </p:sp>
      <p:sp>
        <p:nvSpPr>
          <p:cNvPr id="3" name="正方形/長方形 2"/>
          <p:cNvSpPr/>
          <p:nvPr userDrawn="1"/>
        </p:nvSpPr>
        <p:spPr>
          <a:xfrm>
            <a:off x="1" y="0"/>
            <a:ext cx="388418" cy="1462638"/>
          </a:xfrm>
          <a:prstGeom prst="rect">
            <a:avLst/>
          </a:prstGeom>
          <a:solidFill>
            <a:srgbClr val="FF66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4050"/>
          </a:p>
        </p:txBody>
      </p:sp>
      <p:sp>
        <p:nvSpPr>
          <p:cNvPr id="10" name="フッター プレースホルダー 9"/>
          <p:cNvSpPr>
            <a:spLocks noGrp="1"/>
          </p:cNvSpPr>
          <p:nvPr>
            <p:ph type="ftr" sz="quarter" idx="3"/>
          </p:nvPr>
        </p:nvSpPr>
        <p:spPr>
          <a:xfrm>
            <a:off x="12115800" y="9721516"/>
            <a:ext cx="6172200" cy="5476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800">
                <a:solidFill>
                  <a:schemeClr val="bg1">
                    <a:lumMod val="95000"/>
                  </a:schemeClr>
                </a:solidFill>
                <a:latin typeface="Bebas Neue Bold" panose="020B0606020202050201" pitchFamily="34" charset="0"/>
              </a:defRPr>
            </a:lvl1pPr>
          </a:lstStyle>
          <a:p>
            <a:r>
              <a:rPr lang="en-US"/>
              <a:t>Time and Attendance</a:t>
            </a:r>
            <a:endParaRPr lang="en-US" dirty="0"/>
          </a:p>
        </p:txBody>
      </p:sp>
      <p:sp>
        <p:nvSpPr>
          <p:cNvPr id="11" name="スライド番号プレースホルダー 10"/>
          <p:cNvSpPr>
            <a:spLocks noGrp="1"/>
          </p:cNvSpPr>
          <p:nvPr>
            <p:ph type="sldNum" sz="quarter" idx="4"/>
          </p:nvPr>
        </p:nvSpPr>
        <p:spPr>
          <a:xfrm>
            <a:off x="14173200" y="0"/>
            <a:ext cx="4114800" cy="161353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600">
                <a:solidFill>
                  <a:schemeClr val="tx1">
                    <a:lumMod val="65000"/>
                    <a:lumOff val="35000"/>
                  </a:schemeClr>
                </a:solidFill>
                <a:latin typeface="Bebas Neue Bold" panose="020B0606020202050201" pitchFamily="34" charset="0"/>
              </a:defRPr>
            </a:lvl1pPr>
          </a:lstStyle>
          <a:p>
            <a:fld id="{DAEF4D36-AE85-49C9-90DE-66D02B257272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225214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71" r:id="rId7"/>
    <p:sldLayoutId id="2147483676" r:id="rId8"/>
    <p:sldLayoutId id="2147483677" r:id="rId9"/>
    <p:sldLayoutId id="2147483670" r:id="rId10"/>
    <p:sldLayoutId id="2147483674" r:id="rId11"/>
    <p:sldLayoutId id="2147483675" r:id="rId12"/>
  </p:sldLayoutIdLst>
  <p:hf sldNum="0" hdr="0" dt="0"/>
  <p:txStyles>
    <p:titleStyle>
      <a:lvl1pPr algn="l" defTabSz="1371600" rtl="0" eaLnBrk="1" latinLnBrk="0" hangingPunct="1">
        <a:lnSpc>
          <a:spcPct val="90000"/>
        </a:lnSpc>
        <a:spcBef>
          <a:spcPct val="0"/>
        </a:spcBef>
        <a:buNone/>
        <a:defRPr sz="6000" kern="1200" baseline="0">
          <a:solidFill>
            <a:schemeClr val="bg1">
              <a:lumMod val="95000"/>
            </a:schemeClr>
          </a:solidFill>
          <a:latin typeface="Bebas Neue Bold" panose="020B0606020202050201" pitchFamily="34" charset="0"/>
          <a:ea typeface="A-OTF Shin Go Pro L" panose="020B0300000000000000" pitchFamily="34" charset="-128"/>
          <a:cs typeface="+mj-cs"/>
        </a:defRPr>
      </a:lvl1pPr>
    </p:titleStyle>
    <p:bodyStyle>
      <a:lvl1pPr marL="0" indent="0" algn="l" defTabSz="1371600" rtl="0" eaLnBrk="1" latinLnBrk="0" hangingPunct="1">
        <a:lnSpc>
          <a:spcPct val="90000"/>
        </a:lnSpc>
        <a:spcBef>
          <a:spcPts val="1500"/>
        </a:spcBef>
        <a:buFont typeface="Wingdings" panose="05000000000000000000" pitchFamily="2" charset="2"/>
        <a:buNone/>
        <a:defRPr sz="2700" kern="1200">
          <a:solidFill>
            <a:schemeClr val="tx1"/>
          </a:solidFill>
          <a:latin typeface="Aller Light" panose="02000503000000020004" pitchFamily="2" charset="0"/>
          <a:ea typeface="A-OTF Shin Go Pro L" panose="020B0300000000000000" pitchFamily="34" charset="-128"/>
          <a:cs typeface="+mn-cs"/>
        </a:defRPr>
      </a:lvl1pPr>
      <a:lvl2pPr marL="685800" indent="-342900" algn="l" defTabSz="1371600" rtl="0" eaLnBrk="1" latinLnBrk="0" hangingPunct="1">
        <a:lnSpc>
          <a:spcPct val="90000"/>
        </a:lnSpc>
        <a:spcBef>
          <a:spcPts val="750"/>
        </a:spcBef>
        <a:buFont typeface="Wingdings" panose="05000000000000000000" pitchFamily="2" charset="2"/>
        <a:buChar char=""/>
        <a:defRPr sz="2400" kern="1200">
          <a:solidFill>
            <a:schemeClr val="tx1"/>
          </a:solidFill>
          <a:latin typeface="Aller Light" panose="02000503000000020004" pitchFamily="2" charset="0"/>
          <a:ea typeface="A-OTF Shin Go Pro L" panose="020B0300000000000000" pitchFamily="34" charset="-128"/>
          <a:cs typeface="+mn-cs"/>
        </a:defRPr>
      </a:lvl2pPr>
      <a:lvl3pPr marL="1097280" indent="-342900" algn="l" defTabSz="1371600" rtl="0" eaLnBrk="1" latinLnBrk="0" hangingPunct="1">
        <a:lnSpc>
          <a:spcPct val="90000"/>
        </a:lnSpc>
        <a:spcBef>
          <a:spcPts val="900"/>
        </a:spcBef>
        <a:buFont typeface="Wingdings" panose="05000000000000000000" pitchFamily="2" charset="2"/>
        <a:buChar char=""/>
        <a:defRPr sz="2400" kern="1200">
          <a:solidFill>
            <a:schemeClr val="tx1"/>
          </a:solidFill>
          <a:latin typeface="Aller Light" panose="02000503000000020004" pitchFamily="2" charset="0"/>
          <a:ea typeface="A-OTF Shin Go Pro L" panose="020B0300000000000000" pitchFamily="34" charset="-128"/>
          <a:cs typeface="+mn-cs"/>
        </a:defRPr>
      </a:lvl3pPr>
      <a:lvl4pPr marL="1508760" indent="-342900" algn="l" defTabSz="1371600" rtl="0" eaLnBrk="1" latinLnBrk="0" hangingPunct="1">
        <a:lnSpc>
          <a:spcPct val="90000"/>
        </a:lnSpc>
        <a:spcBef>
          <a:spcPts val="900"/>
        </a:spcBef>
        <a:buFont typeface="Wingdings" panose="05000000000000000000" pitchFamily="2" charset="2"/>
        <a:buChar char=""/>
        <a:defRPr sz="2100" kern="1200">
          <a:solidFill>
            <a:schemeClr val="tx1"/>
          </a:solidFill>
          <a:latin typeface="Aller Light" panose="02000503000000020004" pitchFamily="2" charset="0"/>
          <a:ea typeface="A-OTF Shin Go Pro L" panose="020B0300000000000000" pitchFamily="34" charset="-128"/>
          <a:cs typeface="+mn-cs"/>
        </a:defRPr>
      </a:lvl4pPr>
      <a:lvl5pPr marL="1920240" indent="-342900" algn="l" defTabSz="1371600" rtl="0" eaLnBrk="1" latinLnBrk="0" hangingPunct="1">
        <a:lnSpc>
          <a:spcPct val="90000"/>
        </a:lnSpc>
        <a:spcBef>
          <a:spcPts val="900"/>
        </a:spcBef>
        <a:buFont typeface="Wingdings" panose="05000000000000000000" pitchFamily="2" charset="2"/>
        <a:buChar char=""/>
        <a:defRPr sz="2100" kern="1200">
          <a:solidFill>
            <a:schemeClr val="tx1"/>
          </a:solidFill>
          <a:latin typeface="Aller Light" panose="02000503000000020004" pitchFamily="2" charset="0"/>
          <a:ea typeface="A-OTF Shin Go Pro L" panose="020B0300000000000000" pitchFamily="34" charset="-128"/>
          <a:cs typeface="+mn-cs"/>
        </a:defRPr>
      </a:lvl5pPr>
      <a:lvl6pPr marL="3771900" indent="-342900" algn="l" defTabSz="13716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6pPr>
      <a:lvl7pPr marL="4457700" indent="-342900" algn="l" defTabSz="13716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7pPr>
      <a:lvl8pPr marL="5143500" indent="-342900" algn="l" defTabSz="13716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8pPr>
      <a:lvl9pPr marL="5829300" indent="-342900" algn="l" defTabSz="13716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3716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algn="l" defTabSz="13716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2pPr>
      <a:lvl3pPr marL="1371600" algn="l" defTabSz="13716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3pPr>
      <a:lvl4pPr marL="2057400" algn="l" defTabSz="13716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algn="l" defTabSz="13716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5pPr>
      <a:lvl6pPr marL="3429000" algn="l" defTabSz="13716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6pPr>
      <a:lvl7pPr marL="4114800" algn="l" defTabSz="13716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7pPr>
      <a:lvl8pPr marL="4800600" algn="l" defTabSz="13716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8pPr>
      <a:lvl9pPr marL="5486400" algn="l" defTabSz="13716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6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6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9118636-9983-629C-2A29-58E7E36B19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図 19">
            <a:extLst>
              <a:ext uri="{FF2B5EF4-FFF2-40B4-BE49-F238E27FC236}">
                <a16:creationId xmlns:a16="http://schemas.microsoft.com/office/drawing/2014/main" id="{22A263AD-6994-9902-E7E2-FDB37EF6605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2774" y="2288342"/>
            <a:ext cx="17170945" cy="6853316"/>
          </a:xfrm>
          <a:prstGeom prst="rect">
            <a:avLst/>
          </a:prstGeom>
        </p:spPr>
      </p:pic>
      <p:sp>
        <p:nvSpPr>
          <p:cNvPr id="8" name="タイトル 7">
            <a:extLst>
              <a:ext uri="{FF2B5EF4-FFF2-40B4-BE49-F238E27FC236}">
                <a16:creationId xmlns:a16="http://schemas.microsoft.com/office/drawing/2014/main" id="{C38115A8-8CE1-AC6D-15A8-B72756F770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2775" y="348253"/>
            <a:ext cx="17646914" cy="770016"/>
          </a:xfrm>
        </p:spPr>
        <p:txBody>
          <a:bodyPr/>
          <a:lstStyle/>
          <a:p>
            <a:r>
              <a:rPr lang="en-US" altLang="ja-JP" dirty="0">
                <a:solidFill>
                  <a:schemeClr val="bg1"/>
                </a:solidFill>
                <a:latin typeface="Noto Sans JP" panose="020B0200000000000000" pitchFamily="50" charset="-128"/>
                <a:ea typeface="Noto Sans JP" panose="020B0200000000000000" pitchFamily="50" charset="-128"/>
              </a:rPr>
              <a:t>7.</a:t>
            </a:r>
            <a:r>
              <a:rPr lang="ja-JP" altLang="en-US" dirty="0">
                <a:solidFill>
                  <a:schemeClr val="bg1"/>
                </a:solidFill>
                <a:latin typeface="Noto Sans JP" panose="020B0200000000000000" pitchFamily="50" charset="-128"/>
                <a:ea typeface="Noto Sans JP" panose="020B0200000000000000" pitchFamily="50" charset="-128"/>
              </a:rPr>
              <a:t>文字列操作</a:t>
            </a:r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5ED64949-BF31-4068-82F3-927498FD1A7E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altLang="ja-JP" sz="2400" dirty="0">
                <a:latin typeface="Noto Sans JP" panose="020B0200000000000000" pitchFamily="50" charset="-128"/>
                <a:ea typeface="Noto Sans JP" panose="020B0200000000000000" pitchFamily="50" charset="-128"/>
              </a:rPr>
              <a:t>Prime Study </a:t>
            </a:r>
            <a:r>
              <a:rPr lang="ja-JP" altLang="en-US" sz="2400" dirty="0">
                <a:latin typeface="Noto Sans JP" panose="020B0200000000000000" pitchFamily="50" charset="-128"/>
                <a:ea typeface="Noto Sans JP" panose="020B0200000000000000" pitchFamily="50" charset="-128"/>
              </a:rPr>
              <a:t>第</a:t>
            </a:r>
            <a:r>
              <a:rPr lang="en-US" altLang="ja-JP" sz="2400" dirty="0">
                <a:latin typeface="Noto Sans JP" panose="020B0200000000000000" pitchFamily="50" charset="-128"/>
                <a:ea typeface="Noto Sans JP" panose="020B0200000000000000" pitchFamily="50" charset="-128"/>
              </a:rPr>
              <a:t>2</a:t>
            </a:r>
            <a:r>
              <a:rPr lang="ja-JP" altLang="en-US" sz="2400" dirty="0">
                <a:latin typeface="Noto Sans JP" panose="020B0200000000000000" pitchFamily="50" charset="-128"/>
                <a:ea typeface="Noto Sans JP" panose="020B0200000000000000" pitchFamily="50" charset="-128"/>
              </a:rPr>
              <a:t>回</a:t>
            </a:r>
            <a:endParaRPr lang="en-US" altLang="ja-JP" sz="2400" dirty="0">
              <a:latin typeface="Noto Sans JP" panose="020B0200000000000000" pitchFamily="50" charset="-128"/>
              <a:ea typeface="Noto Sans JP" panose="020B0200000000000000" pitchFamily="50" charset="-128"/>
            </a:endParaRPr>
          </a:p>
        </p:txBody>
      </p:sp>
      <p:sp>
        <p:nvSpPr>
          <p:cNvPr id="5" name="楕円 4">
            <a:extLst>
              <a:ext uri="{FF2B5EF4-FFF2-40B4-BE49-F238E27FC236}">
                <a16:creationId xmlns:a16="http://schemas.microsoft.com/office/drawing/2014/main" id="{54F8B3D7-B01E-66C8-0A40-222B1A2B4B4B}"/>
              </a:ext>
            </a:extLst>
          </p:cNvPr>
          <p:cNvSpPr/>
          <p:nvPr/>
        </p:nvSpPr>
        <p:spPr>
          <a:xfrm>
            <a:off x="829854" y="4265640"/>
            <a:ext cx="419100" cy="419100"/>
          </a:xfrm>
          <a:prstGeom prst="ellipse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4050"/>
          </a:p>
        </p:txBody>
      </p:sp>
      <p:sp>
        <p:nvSpPr>
          <p:cNvPr id="17" name="正方形/長方形 16">
            <a:extLst>
              <a:ext uri="{FF2B5EF4-FFF2-40B4-BE49-F238E27FC236}">
                <a16:creationId xmlns:a16="http://schemas.microsoft.com/office/drawing/2014/main" id="{A629E981-D199-BE2B-CC46-9DCDD8DDDC7A}"/>
              </a:ext>
            </a:extLst>
          </p:cNvPr>
          <p:cNvSpPr/>
          <p:nvPr/>
        </p:nvSpPr>
        <p:spPr>
          <a:xfrm>
            <a:off x="9942025" y="2499974"/>
            <a:ext cx="7823200" cy="2616203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kumimoji="1" lang="ja-JP" altLang="en-US" sz="2400" dirty="0">
                <a:latin typeface="Noto Sans JP" panose="020B0200000000000000" pitchFamily="50" charset="-128"/>
                <a:ea typeface="Noto Sans JP" panose="020B0200000000000000" pitchFamily="50" charset="-128"/>
              </a:rPr>
              <a:t>スライスは、範囲内に要素がなくてもエラーにならずに空のリストを返す</a:t>
            </a:r>
          </a:p>
          <a:p>
            <a:endParaRPr kumimoji="1" lang="ja-JP" altLang="en-US" sz="2400" dirty="0">
              <a:latin typeface="Noto Sans JP" panose="020B0200000000000000" pitchFamily="50" charset="-128"/>
              <a:ea typeface="Noto Sans JP" panose="020B0200000000000000" pitchFamily="50" charset="-128"/>
            </a:endParaRPr>
          </a:p>
          <a:p>
            <a:r>
              <a:rPr kumimoji="1" lang="ja-JP" altLang="en-US" sz="2400" dirty="0">
                <a:latin typeface="Noto Sans JP" panose="020B0200000000000000" pitchFamily="50" charset="-128"/>
                <a:ea typeface="Noto Sans JP" panose="020B0200000000000000" pitchFamily="50" charset="-128"/>
              </a:rPr>
              <a:t>インデックスは範囲外の要素を指定すると</a:t>
            </a:r>
            <a:r>
              <a:rPr kumimoji="1" lang="en-US" altLang="ja-JP" sz="2400" dirty="0" err="1">
                <a:latin typeface="Noto Sans JP" panose="020B0200000000000000" pitchFamily="50" charset="-128"/>
                <a:ea typeface="Noto Sans JP" panose="020B0200000000000000" pitchFamily="50" charset="-128"/>
              </a:rPr>
              <a:t>IndexError</a:t>
            </a:r>
            <a:r>
              <a:rPr kumimoji="1" lang="ja-JP" altLang="en-US" sz="2400" dirty="0">
                <a:latin typeface="Noto Sans JP" panose="020B0200000000000000" pitchFamily="50" charset="-128"/>
                <a:ea typeface="Noto Sans JP" panose="020B0200000000000000" pitchFamily="50" charset="-128"/>
              </a:rPr>
              <a:t>になる</a:t>
            </a:r>
          </a:p>
        </p:txBody>
      </p:sp>
      <p:sp>
        <p:nvSpPr>
          <p:cNvPr id="18" name="正方形/長方形 17">
            <a:extLst>
              <a:ext uri="{FF2B5EF4-FFF2-40B4-BE49-F238E27FC236}">
                <a16:creationId xmlns:a16="http://schemas.microsoft.com/office/drawing/2014/main" id="{3A0E6067-ED4D-279C-47B5-9164DA84086A}"/>
              </a:ext>
            </a:extLst>
          </p:cNvPr>
          <p:cNvSpPr/>
          <p:nvPr/>
        </p:nvSpPr>
        <p:spPr>
          <a:xfrm>
            <a:off x="9942025" y="1811913"/>
            <a:ext cx="3790596" cy="688061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2400" b="1" u="sng" dirty="0">
                <a:latin typeface="Noto Sans JP" panose="020B0200000000000000" pitchFamily="50" charset="-128"/>
                <a:ea typeface="Noto Sans JP" panose="020B0200000000000000" pitchFamily="50" charset="-128"/>
              </a:rPr>
              <a:t> スライスとインデックス</a:t>
            </a:r>
          </a:p>
        </p:txBody>
      </p:sp>
      <p:sp>
        <p:nvSpPr>
          <p:cNvPr id="21" name="矢印: 右 20">
            <a:extLst>
              <a:ext uri="{FF2B5EF4-FFF2-40B4-BE49-F238E27FC236}">
                <a16:creationId xmlns:a16="http://schemas.microsoft.com/office/drawing/2014/main" id="{72F4786D-47F4-BEFB-B1D4-2E828A4D745F}"/>
              </a:ext>
            </a:extLst>
          </p:cNvPr>
          <p:cNvSpPr/>
          <p:nvPr/>
        </p:nvSpPr>
        <p:spPr>
          <a:xfrm>
            <a:off x="2769326" y="5408023"/>
            <a:ext cx="535577" cy="248194"/>
          </a:xfrm>
          <a:prstGeom prst="rightArrow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4050"/>
          </a:p>
        </p:txBody>
      </p:sp>
      <p:sp>
        <p:nvSpPr>
          <p:cNvPr id="22" name="矢印: 右 21">
            <a:extLst>
              <a:ext uri="{FF2B5EF4-FFF2-40B4-BE49-F238E27FC236}">
                <a16:creationId xmlns:a16="http://schemas.microsoft.com/office/drawing/2014/main" id="{91BE8AF7-86F8-7F76-42E9-D954C013A9D4}"/>
              </a:ext>
            </a:extLst>
          </p:cNvPr>
          <p:cNvSpPr/>
          <p:nvPr/>
        </p:nvSpPr>
        <p:spPr>
          <a:xfrm>
            <a:off x="2769326" y="6426926"/>
            <a:ext cx="535577" cy="248194"/>
          </a:xfrm>
          <a:prstGeom prst="rightArrow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4050"/>
          </a:p>
        </p:txBody>
      </p:sp>
      <p:sp>
        <p:nvSpPr>
          <p:cNvPr id="23" name="矢印: 右 22">
            <a:extLst>
              <a:ext uri="{FF2B5EF4-FFF2-40B4-BE49-F238E27FC236}">
                <a16:creationId xmlns:a16="http://schemas.microsoft.com/office/drawing/2014/main" id="{ECA54A9A-5686-91F7-FD5F-1CBCAA4A87F4}"/>
              </a:ext>
            </a:extLst>
          </p:cNvPr>
          <p:cNvSpPr/>
          <p:nvPr/>
        </p:nvSpPr>
        <p:spPr>
          <a:xfrm>
            <a:off x="2769326" y="7445829"/>
            <a:ext cx="535577" cy="248194"/>
          </a:xfrm>
          <a:prstGeom prst="rightArrow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4050"/>
          </a:p>
        </p:txBody>
      </p:sp>
      <p:sp>
        <p:nvSpPr>
          <p:cNvPr id="24" name="矢印: 右 23">
            <a:extLst>
              <a:ext uri="{FF2B5EF4-FFF2-40B4-BE49-F238E27FC236}">
                <a16:creationId xmlns:a16="http://schemas.microsoft.com/office/drawing/2014/main" id="{4BF32B07-0575-CE1C-1FEA-71833642B8BD}"/>
              </a:ext>
            </a:extLst>
          </p:cNvPr>
          <p:cNvSpPr/>
          <p:nvPr/>
        </p:nvSpPr>
        <p:spPr>
          <a:xfrm>
            <a:off x="2769326" y="8464732"/>
            <a:ext cx="535577" cy="248194"/>
          </a:xfrm>
          <a:prstGeom prst="rightArrow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4050"/>
          </a:p>
        </p:txBody>
      </p:sp>
      <p:sp>
        <p:nvSpPr>
          <p:cNvPr id="25" name="テキスト ボックス 24">
            <a:extLst>
              <a:ext uri="{FF2B5EF4-FFF2-40B4-BE49-F238E27FC236}">
                <a16:creationId xmlns:a16="http://schemas.microsoft.com/office/drawing/2014/main" id="{4E2F6409-03DE-82C0-A4F5-83865167DAA9}"/>
              </a:ext>
            </a:extLst>
          </p:cNvPr>
          <p:cNvSpPr txBox="1"/>
          <p:nvPr/>
        </p:nvSpPr>
        <p:spPr>
          <a:xfrm>
            <a:off x="3866606" y="5278204"/>
            <a:ext cx="6070893" cy="5078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dirty="0">
                <a:solidFill>
                  <a:srgbClr val="FF0000"/>
                </a:solidFill>
                <a:latin typeface="Noto Sans JP" panose="020B0200000000000000" pitchFamily="50" charset="-128"/>
                <a:ea typeface="Noto Sans JP" panose="020B0200000000000000" pitchFamily="50" charset="-128"/>
              </a:rPr>
              <a:t>インデックスで範囲外は指定できない</a:t>
            </a:r>
          </a:p>
        </p:txBody>
      </p:sp>
      <p:sp>
        <p:nvSpPr>
          <p:cNvPr id="26" name="テキスト ボックス 25">
            <a:extLst>
              <a:ext uri="{FF2B5EF4-FFF2-40B4-BE49-F238E27FC236}">
                <a16:creationId xmlns:a16="http://schemas.microsoft.com/office/drawing/2014/main" id="{FF6649FD-F731-8E86-53D2-3F05575BDF13}"/>
              </a:ext>
            </a:extLst>
          </p:cNvPr>
          <p:cNvSpPr txBox="1"/>
          <p:nvPr/>
        </p:nvSpPr>
        <p:spPr>
          <a:xfrm>
            <a:off x="3866606" y="6297107"/>
            <a:ext cx="3647152" cy="5078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dirty="0">
                <a:solidFill>
                  <a:srgbClr val="FF0000"/>
                </a:solidFill>
                <a:latin typeface="Noto Sans JP" panose="020B0200000000000000" pitchFamily="50" charset="-128"/>
                <a:ea typeface="Noto Sans JP" panose="020B0200000000000000" pitchFamily="50" charset="-128"/>
              </a:rPr>
              <a:t>文字列は変更できない</a:t>
            </a:r>
          </a:p>
        </p:txBody>
      </p:sp>
      <p:sp>
        <p:nvSpPr>
          <p:cNvPr id="27" name="テキスト ボックス 26">
            <a:extLst>
              <a:ext uri="{FF2B5EF4-FFF2-40B4-BE49-F238E27FC236}">
                <a16:creationId xmlns:a16="http://schemas.microsoft.com/office/drawing/2014/main" id="{2250C063-8586-2F88-D9B4-2F19F51BA493}"/>
              </a:ext>
            </a:extLst>
          </p:cNvPr>
          <p:cNvSpPr txBox="1"/>
          <p:nvPr/>
        </p:nvSpPr>
        <p:spPr>
          <a:xfrm>
            <a:off x="3866606" y="7316010"/>
            <a:ext cx="8821646" cy="5078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dirty="0">
                <a:solidFill>
                  <a:srgbClr val="FF0000"/>
                </a:solidFill>
                <a:latin typeface="Noto Sans JP" panose="020B0200000000000000" pitchFamily="50" charset="-128"/>
                <a:ea typeface="Noto Sans JP" panose="020B0200000000000000" pitchFamily="50" charset="-128"/>
              </a:rPr>
              <a:t>文字列はインデックスとして使用できない（整数のみ）</a:t>
            </a:r>
          </a:p>
        </p:txBody>
      </p:sp>
      <p:sp>
        <p:nvSpPr>
          <p:cNvPr id="28" name="テキスト ボックス 27">
            <a:extLst>
              <a:ext uri="{FF2B5EF4-FFF2-40B4-BE49-F238E27FC236}">
                <a16:creationId xmlns:a16="http://schemas.microsoft.com/office/drawing/2014/main" id="{A843C176-FE0E-C8AB-E138-42A11A4D4A24}"/>
              </a:ext>
            </a:extLst>
          </p:cNvPr>
          <p:cNvSpPr txBox="1"/>
          <p:nvPr/>
        </p:nvSpPr>
        <p:spPr>
          <a:xfrm>
            <a:off x="3866606" y="8293381"/>
            <a:ext cx="5235729" cy="5078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dirty="0">
                <a:solidFill>
                  <a:srgbClr val="FF0000"/>
                </a:solidFill>
                <a:latin typeface="Noto Sans JP" panose="020B0200000000000000" pitchFamily="50" charset="-128"/>
                <a:ea typeface="Noto Sans JP" panose="020B0200000000000000" pitchFamily="50" charset="-128"/>
              </a:rPr>
              <a:t>b</a:t>
            </a:r>
            <a:r>
              <a:rPr kumimoji="1" lang="ja-JP" altLang="en-US" dirty="0">
                <a:solidFill>
                  <a:srgbClr val="FF0000"/>
                </a:solidFill>
                <a:latin typeface="Noto Sans JP" panose="020B0200000000000000" pitchFamily="50" charset="-128"/>
                <a:ea typeface="Noto Sans JP" panose="020B0200000000000000" pitchFamily="50" charset="-128"/>
              </a:rPr>
              <a:t>という変数が定義されていない</a:t>
            </a:r>
          </a:p>
        </p:txBody>
      </p:sp>
    </p:spTree>
    <p:extLst>
      <p:ext uri="{BB962C8B-B14F-4D97-AF65-F5344CB8AC3E}">
        <p14:creationId xmlns:p14="http://schemas.microsoft.com/office/powerpoint/2010/main" val="392665443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 animBg="1"/>
      <p:bldP spid="22" grpId="0" animBg="1"/>
      <p:bldP spid="23" grpId="0" animBg="1"/>
      <p:bldP spid="24" grpId="0" animBg="1"/>
      <p:bldP spid="25" grpId="0"/>
      <p:bldP spid="26" grpId="0"/>
      <p:bldP spid="27" grpId="0"/>
      <p:bldP spid="28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9729F27-2984-2B14-D450-DA6C4C7B11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図 3">
            <a:extLst>
              <a:ext uri="{FF2B5EF4-FFF2-40B4-BE49-F238E27FC236}">
                <a16:creationId xmlns:a16="http://schemas.microsoft.com/office/drawing/2014/main" id="{47F49992-B1B7-3B4B-8B64-82ACAD725D0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2775" y="1535824"/>
            <a:ext cx="15356443" cy="7992590"/>
          </a:xfrm>
          <a:prstGeom prst="rect">
            <a:avLst/>
          </a:prstGeom>
        </p:spPr>
      </p:pic>
      <p:sp>
        <p:nvSpPr>
          <p:cNvPr id="8" name="タイトル 7">
            <a:extLst>
              <a:ext uri="{FF2B5EF4-FFF2-40B4-BE49-F238E27FC236}">
                <a16:creationId xmlns:a16="http://schemas.microsoft.com/office/drawing/2014/main" id="{F9301700-BC12-DFF6-8907-C7DB9062E0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2775" y="348253"/>
            <a:ext cx="17646914" cy="770016"/>
          </a:xfrm>
        </p:spPr>
        <p:txBody>
          <a:bodyPr/>
          <a:lstStyle/>
          <a:p>
            <a:r>
              <a:rPr lang="en-US" altLang="ja-JP" dirty="0">
                <a:solidFill>
                  <a:schemeClr val="bg1"/>
                </a:solidFill>
                <a:latin typeface="Noto Sans JP" panose="020B0200000000000000" pitchFamily="50" charset="-128"/>
                <a:ea typeface="Noto Sans JP" panose="020B0200000000000000" pitchFamily="50" charset="-128"/>
              </a:rPr>
              <a:t>9.</a:t>
            </a:r>
            <a:r>
              <a:rPr lang="ja-JP" altLang="en-US" dirty="0">
                <a:solidFill>
                  <a:schemeClr val="bg1"/>
                </a:solidFill>
                <a:latin typeface="Noto Sans JP" panose="020B0200000000000000" pitchFamily="50" charset="-128"/>
                <a:ea typeface="Noto Sans JP" panose="020B0200000000000000" pitchFamily="50" charset="-128"/>
              </a:rPr>
              <a:t>リスト操作</a:t>
            </a:r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8CE4B284-99D9-8FC6-F18F-CE615B64479D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altLang="ja-JP" sz="2400" dirty="0">
                <a:latin typeface="Noto Sans JP" panose="020B0200000000000000" pitchFamily="50" charset="-128"/>
                <a:ea typeface="Noto Sans JP" panose="020B0200000000000000" pitchFamily="50" charset="-128"/>
              </a:rPr>
              <a:t>Prime Study </a:t>
            </a:r>
            <a:r>
              <a:rPr lang="ja-JP" altLang="en-US" sz="2400" dirty="0">
                <a:latin typeface="Noto Sans JP" panose="020B0200000000000000" pitchFamily="50" charset="-128"/>
                <a:ea typeface="Noto Sans JP" panose="020B0200000000000000" pitchFamily="50" charset="-128"/>
              </a:rPr>
              <a:t>第</a:t>
            </a:r>
            <a:r>
              <a:rPr lang="en-US" altLang="ja-JP" sz="2400" dirty="0">
                <a:latin typeface="Noto Sans JP" panose="020B0200000000000000" pitchFamily="50" charset="-128"/>
                <a:ea typeface="Noto Sans JP" panose="020B0200000000000000" pitchFamily="50" charset="-128"/>
              </a:rPr>
              <a:t>2</a:t>
            </a:r>
            <a:r>
              <a:rPr lang="ja-JP" altLang="en-US" sz="2400" dirty="0">
                <a:latin typeface="Noto Sans JP" panose="020B0200000000000000" pitchFamily="50" charset="-128"/>
                <a:ea typeface="Noto Sans JP" panose="020B0200000000000000" pitchFamily="50" charset="-128"/>
              </a:rPr>
              <a:t>回</a:t>
            </a:r>
            <a:endParaRPr lang="en-US" altLang="ja-JP" sz="2400" dirty="0">
              <a:latin typeface="Noto Sans JP" panose="020B0200000000000000" pitchFamily="50" charset="-128"/>
              <a:ea typeface="Noto Sans JP" panose="020B0200000000000000" pitchFamily="50" charset="-128"/>
            </a:endParaRPr>
          </a:p>
        </p:txBody>
      </p:sp>
      <p:sp>
        <p:nvSpPr>
          <p:cNvPr id="5" name="楕円 4">
            <a:extLst>
              <a:ext uri="{FF2B5EF4-FFF2-40B4-BE49-F238E27FC236}">
                <a16:creationId xmlns:a16="http://schemas.microsoft.com/office/drawing/2014/main" id="{7B72B271-B1BE-709D-1A63-B9A726D5A4B2}"/>
              </a:ext>
            </a:extLst>
          </p:cNvPr>
          <p:cNvSpPr/>
          <p:nvPr/>
        </p:nvSpPr>
        <p:spPr>
          <a:xfrm>
            <a:off x="766354" y="7999440"/>
            <a:ext cx="419100" cy="419100"/>
          </a:xfrm>
          <a:prstGeom prst="ellipse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4050"/>
          </a:p>
        </p:txBody>
      </p:sp>
      <p:sp>
        <p:nvSpPr>
          <p:cNvPr id="17" name="正方形/長方形 16">
            <a:extLst>
              <a:ext uri="{FF2B5EF4-FFF2-40B4-BE49-F238E27FC236}">
                <a16:creationId xmlns:a16="http://schemas.microsoft.com/office/drawing/2014/main" id="{BDA1BE49-4288-8F03-F4B0-CB438C56CE4C}"/>
              </a:ext>
            </a:extLst>
          </p:cNvPr>
          <p:cNvSpPr/>
          <p:nvPr/>
        </p:nvSpPr>
        <p:spPr>
          <a:xfrm>
            <a:off x="9942025" y="2499974"/>
            <a:ext cx="7823200" cy="2616203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kumimoji="1" lang="en-US" altLang="ja-JP" sz="2400" dirty="0">
                <a:latin typeface="Noto Sans JP" panose="020B0200000000000000" pitchFamily="50" charset="-128"/>
                <a:ea typeface="Noto Sans JP" panose="020B0200000000000000" pitchFamily="50" charset="-128"/>
              </a:rPr>
              <a:t>months</a:t>
            </a:r>
            <a:r>
              <a:rPr kumimoji="1" lang="en-US" altLang="ja-JP" sz="2400" dirty="0">
                <a:solidFill>
                  <a:schemeClr val="tx1"/>
                </a:solidFill>
                <a:highlight>
                  <a:srgbClr val="FFFFFF"/>
                </a:highlight>
                <a:latin typeface="Noto Sans JP" panose="020B0200000000000000" pitchFamily="50" charset="-128"/>
                <a:ea typeface="Noto Sans JP" panose="020B0200000000000000" pitchFamily="50" charset="-128"/>
              </a:rPr>
              <a:t>[:] </a:t>
            </a:r>
            <a:r>
              <a:rPr kumimoji="1" lang="ja-JP" altLang="en-US" sz="2400" dirty="0">
                <a:solidFill>
                  <a:schemeClr val="tx1"/>
                </a:solidFill>
                <a:highlight>
                  <a:srgbClr val="FFFFFF"/>
                </a:highlight>
                <a:latin typeface="Noto Sans JP" panose="020B0200000000000000" pitchFamily="50" charset="-128"/>
                <a:ea typeface="Noto Sans JP" panose="020B0200000000000000" pitchFamily="50" charset="-128"/>
              </a:rPr>
              <a:t>はリストのコピー</a:t>
            </a:r>
            <a:r>
              <a:rPr kumimoji="1" lang="ja-JP" altLang="en-US" sz="2400" dirty="0">
                <a:latin typeface="Noto Sans JP" panose="020B0200000000000000" pitchFamily="50" charset="-128"/>
                <a:ea typeface="Noto Sans JP" panose="020B0200000000000000" pitchFamily="50" charset="-128"/>
              </a:rPr>
              <a:t>なので、ループは最初の状態を基準に進む</a:t>
            </a:r>
          </a:p>
          <a:p>
            <a:endParaRPr kumimoji="1" lang="ja-JP" altLang="en-US" sz="2400" dirty="0">
              <a:latin typeface="Noto Sans JP" panose="020B0200000000000000" pitchFamily="50" charset="-128"/>
              <a:ea typeface="Noto Sans JP" panose="020B0200000000000000" pitchFamily="50" charset="-128"/>
            </a:endParaRPr>
          </a:p>
          <a:p>
            <a:r>
              <a:rPr kumimoji="1" lang="en-US" altLang="ja-JP" sz="2400" dirty="0">
                <a:latin typeface="Noto Sans JP" panose="020B0200000000000000" pitchFamily="50" charset="-128"/>
                <a:ea typeface="Noto Sans JP" panose="020B0200000000000000" pitchFamily="50" charset="-128"/>
              </a:rPr>
              <a:t>insert(0, ...) </a:t>
            </a:r>
            <a:r>
              <a:rPr kumimoji="1" lang="ja-JP" altLang="en-US" sz="2400" dirty="0">
                <a:latin typeface="Noto Sans JP" panose="020B0200000000000000" pitchFamily="50" charset="-128"/>
                <a:ea typeface="Noto Sans JP" panose="020B0200000000000000" pitchFamily="50" charset="-128"/>
              </a:rPr>
              <a:t>は先頭に要素を入れる</a:t>
            </a:r>
          </a:p>
          <a:p>
            <a:endParaRPr kumimoji="1" lang="ja-JP" altLang="en-US" sz="2400" dirty="0">
              <a:latin typeface="Noto Sans JP" panose="020B0200000000000000" pitchFamily="50" charset="-128"/>
              <a:ea typeface="Noto Sans JP" panose="020B0200000000000000" pitchFamily="50" charset="-128"/>
            </a:endParaRPr>
          </a:p>
          <a:p>
            <a:r>
              <a:rPr kumimoji="1" lang="en-US" altLang="ja-JP" sz="2400" dirty="0">
                <a:latin typeface="Noto Sans JP" panose="020B0200000000000000" pitchFamily="50" charset="-128"/>
                <a:ea typeface="Noto Sans JP" panose="020B0200000000000000" pitchFamily="50" charset="-128"/>
              </a:rPr>
              <a:t>insert </a:t>
            </a:r>
            <a:r>
              <a:rPr kumimoji="1" lang="ja-JP" altLang="en-US" sz="2400" dirty="0">
                <a:latin typeface="Noto Sans JP" panose="020B0200000000000000" pitchFamily="50" charset="-128"/>
                <a:ea typeface="Noto Sans JP" panose="020B0200000000000000" pitchFamily="50" charset="-128"/>
              </a:rPr>
              <a:t>はどんどん先頭に追加していく</a:t>
            </a:r>
          </a:p>
        </p:txBody>
      </p:sp>
      <p:sp>
        <p:nvSpPr>
          <p:cNvPr id="18" name="正方形/長方形 17">
            <a:extLst>
              <a:ext uri="{FF2B5EF4-FFF2-40B4-BE49-F238E27FC236}">
                <a16:creationId xmlns:a16="http://schemas.microsoft.com/office/drawing/2014/main" id="{3AD2F5E1-7E68-F035-A2FA-E6AB55DC0D18}"/>
              </a:ext>
            </a:extLst>
          </p:cNvPr>
          <p:cNvSpPr/>
          <p:nvPr/>
        </p:nvSpPr>
        <p:spPr>
          <a:xfrm>
            <a:off x="9942025" y="1811913"/>
            <a:ext cx="2847931" cy="688061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2400" b="1" dirty="0">
                <a:latin typeface="Noto Sans JP" panose="020B0200000000000000" pitchFamily="50" charset="-128"/>
                <a:ea typeface="Noto Sans JP" panose="020B0200000000000000" pitchFamily="50" charset="-128"/>
              </a:rPr>
              <a:t> ポイントのまとめ</a:t>
            </a:r>
          </a:p>
        </p:txBody>
      </p:sp>
    </p:spTree>
    <p:extLst>
      <p:ext uri="{BB962C8B-B14F-4D97-AF65-F5344CB8AC3E}">
        <p14:creationId xmlns:p14="http://schemas.microsoft.com/office/powerpoint/2010/main" val="33158948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268F88E-2927-364E-1079-CA3634AFDA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図 5">
            <a:extLst>
              <a:ext uri="{FF2B5EF4-FFF2-40B4-BE49-F238E27FC236}">
                <a16:creationId xmlns:a16="http://schemas.microsoft.com/office/drawing/2014/main" id="{0606DDA0-9789-02C9-CF8C-737E1700B52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5953" y="1547280"/>
            <a:ext cx="13203493" cy="6239746"/>
          </a:xfrm>
          <a:prstGeom prst="rect">
            <a:avLst/>
          </a:prstGeom>
        </p:spPr>
      </p:pic>
      <p:sp>
        <p:nvSpPr>
          <p:cNvPr id="8" name="タイトル 7">
            <a:extLst>
              <a:ext uri="{FF2B5EF4-FFF2-40B4-BE49-F238E27FC236}">
                <a16:creationId xmlns:a16="http://schemas.microsoft.com/office/drawing/2014/main" id="{CBB4E379-990A-B520-B725-FBF51C443C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2775" y="348253"/>
            <a:ext cx="17646914" cy="770016"/>
          </a:xfrm>
        </p:spPr>
        <p:txBody>
          <a:bodyPr/>
          <a:lstStyle/>
          <a:p>
            <a:r>
              <a:rPr lang="en-US" altLang="ja-JP" dirty="0">
                <a:solidFill>
                  <a:schemeClr val="bg1"/>
                </a:solidFill>
                <a:latin typeface="Noto Sans JP" panose="020B0200000000000000" pitchFamily="50" charset="-128"/>
                <a:ea typeface="Noto Sans JP" panose="020B0200000000000000" pitchFamily="50" charset="-128"/>
              </a:rPr>
              <a:t>10.for</a:t>
            </a:r>
            <a:r>
              <a:rPr lang="ja-JP" altLang="en-US" dirty="0">
                <a:solidFill>
                  <a:schemeClr val="bg1"/>
                </a:solidFill>
                <a:latin typeface="Noto Sans JP" panose="020B0200000000000000" pitchFamily="50" charset="-128"/>
                <a:ea typeface="Noto Sans JP" panose="020B0200000000000000" pitchFamily="50" charset="-128"/>
              </a:rPr>
              <a:t>ループ</a:t>
            </a:r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6379AB1C-6342-72A0-E223-2464CE0CD42D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altLang="ja-JP" sz="2400" dirty="0">
                <a:latin typeface="Noto Sans JP" panose="020B0200000000000000" pitchFamily="50" charset="-128"/>
                <a:ea typeface="Noto Sans JP" panose="020B0200000000000000" pitchFamily="50" charset="-128"/>
              </a:rPr>
              <a:t>Prime Study </a:t>
            </a:r>
            <a:r>
              <a:rPr lang="ja-JP" altLang="en-US" sz="2400" dirty="0">
                <a:latin typeface="Noto Sans JP" panose="020B0200000000000000" pitchFamily="50" charset="-128"/>
                <a:ea typeface="Noto Sans JP" panose="020B0200000000000000" pitchFamily="50" charset="-128"/>
              </a:rPr>
              <a:t>第</a:t>
            </a:r>
            <a:r>
              <a:rPr lang="en-US" altLang="ja-JP" sz="2400" dirty="0">
                <a:latin typeface="Noto Sans JP" panose="020B0200000000000000" pitchFamily="50" charset="-128"/>
                <a:ea typeface="Noto Sans JP" panose="020B0200000000000000" pitchFamily="50" charset="-128"/>
              </a:rPr>
              <a:t>2</a:t>
            </a:r>
            <a:r>
              <a:rPr lang="ja-JP" altLang="en-US" sz="2400" dirty="0">
                <a:latin typeface="Noto Sans JP" panose="020B0200000000000000" pitchFamily="50" charset="-128"/>
                <a:ea typeface="Noto Sans JP" panose="020B0200000000000000" pitchFamily="50" charset="-128"/>
              </a:rPr>
              <a:t>回</a:t>
            </a:r>
            <a:endParaRPr lang="en-US" altLang="ja-JP" sz="2400" dirty="0">
              <a:latin typeface="Noto Sans JP" panose="020B0200000000000000" pitchFamily="50" charset="-128"/>
              <a:ea typeface="Noto Sans JP" panose="020B0200000000000000" pitchFamily="50" charset="-128"/>
            </a:endParaRPr>
          </a:p>
        </p:txBody>
      </p:sp>
      <p:pic>
        <p:nvPicPr>
          <p:cNvPr id="9" name="図 8">
            <a:extLst>
              <a:ext uri="{FF2B5EF4-FFF2-40B4-BE49-F238E27FC236}">
                <a16:creationId xmlns:a16="http://schemas.microsoft.com/office/drawing/2014/main" id="{8E33E5DE-1F8F-46CE-8F92-FC0C70B9287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22613" y="5611534"/>
            <a:ext cx="13165387" cy="3991532"/>
          </a:xfrm>
          <a:prstGeom prst="rect">
            <a:avLst/>
          </a:prstGeom>
        </p:spPr>
      </p:pic>
      <p:sp>
        <p:nvSpPr>
          <p:cNvPr id="5" name="楕円 4">
            <a:extLst>
              <a:ext uri="{FF2B5EF4-FFF2-40B4-BE49-F238E27FC236}">
                <a16:creationId xmlns:a16="http://schemas.microsoft.com/office/drawing/2014/main" id="{07E169EC-55C5-3AF6-A823-5FD2EDA320BE}"/>
              </a:ext>
            </a:extLst>
          </p:cNvPr>
          <p:cNvSpPr/>
          <p:nvPr/>
        </p:nvSpPr>
        <p:spPr>
          <a:xfrm>
            <a:off x="5287554" y="8972007"/>
            <a:ext cx="419100" cy="419100"/>
          </a:xfrm>
          <a:prstGeom prst="ellipse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4050"/>
          </a:p>
        </p:txBody>
      </p:sp>
      <p:sp>
        <p:nvSpPr>
          <p:cNvPr id="17" name="正方形/長方形 16">
            <a:extLst>
              <a:ext uri="{FF2B5EF4-FFF2-40B4-BE49-F238E27FC236}">
                <a16:creationId xmlns:a16="http://schemas.microsoft.com/office/drawing/2014/main" id="{EEB6642C-9653-4A06-3DA5-E13D16364285}"/>
              </a:ext>
            </a:extLst>
          </p:cNvPr>
          <p:cNvSpPr/>
          <p:nvPr/>
        </p:nvSpPr>
        <p:spPr>
          <a:xfrm>
            <a:off x="9942025" y="4166477"/>
            <a:ext cx="7823200" cy="1965592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ct val="150000"/>
              </a:lnSpc>
            </a:pPr>
            <a:r>
              <a:rPr kumimoji="1" lang="ja-JP" altLang="en-US" sz="2400" dirty="0">
                <a:latin typeface="Noto Sans JP" panose="020B0200000000000000" pitchFamily="50" charset="-128"/>
                <a:ea typeface="Noto Sans JP" panose="020B0200000000000000" pitchFamily="50" charset="-128"/>
              </a:rPr>
              <a:t>提示されたコードは、</a:t>
            </a:r>
            <a:r>
              <a:rPr kumimoji="1" lang="en-US" altLang="ja-JP" sz="2400" dirty="0">
                <a:latin typeface="Noto Sans JP" panose="020B0200000000000000" pitchFamily="50" charset="-128"/>
                <a:ea typeface="Noto Sans JP" panose="020B0200000000000000" pitchFamily="50" charset="-128"/>
              </a:rPr>
              <a:t>2</a:t>
            </a:r>
            <a:r>
              <a:rPr kumimoji="1" lang="ja-JP" altLang="en-US" sz="2400" dirty="0">
                <a:latin typeface="Noto Sans JP" panose="020B0200000000000000" pitchFamily="50" charset="-128"/>
                <a:ea typeface="Noto Sans JP" panose="020B0200000000000000" pitchFamily="50" charset="-128"/>
              </a:rPr>
              <a:t>から</a:t>
            </a:r>
            <a:r>
              <a:rPr kumimoji="1" lang="en-US" altLang="ja-JP" sz="2400" dirty="0">
                <a:latin typeface="Noto Sans JP" panose="020B0200000000000000" pitchFamily="50" charset="-128"/>
                <a:ea typeface="Noto Sans JP" panose="020B0200000000000000" pitchFamily="50" charset="-128"/>
              </a:rPr>
              <a:t>9</a:t>
            </a:r>
            <a:r>
              <a:rPr kumimoji="1" lang="ja-JP" altLang="en-US" sz="2400" dirty="0">
                <a:latin typeface="Noto Sans JP" panose="020B0200000000000000" pitchFamily="50" charset="-128"/>
                <a:ea typeface="Noto Sans JP" panose="020B0200000000000000" pitchFamily="50" charset="-128"/>
              </a:rPr>
              <a:t>までの数字が素数であるか、または</a:t>
            </a:r>
            <a:r>
              <a:rPr kumimoji="1" lang="en-US" altLang="ja-JP" sz="2400" dirty="0">
                <a:latin typeface="Noto Sans JP" panose="020B0200000000000000" pitchFamily="50" charset="-128"/>
                <a:ea typeface="Noto Sans JP" panose="020B0200000000000000" pitchFamily="50" charset="-128"/>
              </a:rPr>
              <a:t>2</a:t>
            </a:r>
            <a:r>
              <a:rPr kumimoji="1" lang="ja-JP" altLang="en-US" sz="2400" dirty="0">
                <a:latin typeface="Noto Sans JP" panose="020B0200000000000000" pitchFamily="50" charset="-128"/>
                <a:ea typeface="Noto Sans JP" panose="020B0200000000000000" pitchFamily="50" charset="-128"/>
              </a:rPr>
              <a:t>つの数の積で表せるかを判定し、その結果を出力するものです。</a:t>
            </a:r>
          </a:p>
        </p:txBody>
      </p:sp>
      <p:sp>
        <p:nvSpPr>
          <p:cNvPr id="18" name="正方形/長方形 17">
            <a:extLst>
              <a:ext uri="{FF2B5EF4-FFF2-40B4-BE49-F238E27FC236}">
                <a16:creationId xmlns:a16="http://schemas.microsoft.com/office/drawing/2014/main" id="{D178A107-910C-DA50-5F75-67441BC382ED}"/>
              </a:ext>
            </a:extLst>
          </p:cNvPr>
          <p:cNvSpPr/>
          <p:nvPr/>
        </p:nvSpPr>
        <p:spPr>
          <a:xfrm>
            <a:off x="9942025" y="3496921"/>
            <a:ext cx="2847931" cy="688061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2400" b="1" dirty="0">
                <a:latin typeface="Noto Sans JP" panose="020B0200000000000000" pitchFamily="50" charset="-128"/>
                <a:ea typeface="Noto Sans JP" panose="020B0200000000000000" pitchFamily="50" charset="-128"/>
              </a:rPr>
              <a:t> ポイント</a:t>
            </a:r>
          </a:p>
        </p:txBody>
      </p:sp>
    </p:spTree>
    <p:extLst>
      <p:ext uri="{BB962C8B-B14F-4D97-AF65-F5344CB8AC3E}">
        <p14:creationId xmlns:p14="http://schemas.microsoft.com/office/powerpoint/2010/main" val="336558705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D7B245D-9E93-2681-D964-0741FD88F5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図 5">
            <a:extLst>
              <a:ext uri="{FF2B5EF4-FFF2-40B4-BE49-F238E27FC236}">
                <a16:creationId xmlns:a16="http://schemas.microsoft.com/office/drawing/2014/main" id="{4543DFE0-B58B-7F0E-CA9B-B83139DB62A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5953" y="1547280"/>
            <a:ext cx="13203493" cy="6239746"/>
          </a:xfrm>
          <a:prstGeom prst="rect">
            <a:avLst/>
          </a:prstGeom>
        </p:spPr>
      </p:pic>
      <p:sp>
        <p:nvSpPr>
          <p:cNvPr id="8" name="タイトル 7">
            <a:extLst>
              <a:ext uri="{FF2B5EF4-FFF2-40B4-BE49-F238E27FC236}">
                <a16:creationId xmlns:a16="http://schemas.microsoft.com/office/drawing/2014/main" id="{C8B95AEC-F3E4-6EAB-6498-DBCAFE1993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2775" y="348253"/>
            <a:ext cx="17646914" cy="770016"/>
          </a:xfrm>
        </p:spPr>
        <p:txBody>
          <a:bodyPr/>
          <a:lstStyle/>
          <a:p>
            <a:r>
              <a:rPr lang="en-US" altLang="ja-JP" dirty="0">
                <a:solidFill>
                  <a:schemeClr val="bg1"/>
                </a:solidFill>
                <a:latin typeface="Noto Sans JP" panose="020B0200000000000000" pitchFamily="50" charset="-128"/>
                <a:ea typeface="Noto Sans JP" panose="020B0200000000000000" pitchFamily="50" charset="-128"/>
              </a:rPr>
              <a:t>10.for</a:t>
            </a:r>
            <a:r>
              <a:rPr lang="ja-JP" altLang="en-US" dirty="0">
                <a:solidFill>
                  <a:schemeClr val="bg1"/>
                </a:solidFill>
                <a:latin typeface="Noto Sans JP" panose="020B0200000000000000" pitchFamily="50" charset="-128"/>
                <a:ea typeface="Noto Sans JP" panose="020B0200000000000000" pitchFamily="50" charset="-128"/>
              </a:rPr>
              <a:t>ループ</a:t>
            </a:r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116AD80F-5BBB-109B-BB08-CCA992698ABA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altLang="ja-JP" sz="2400" dirty="0">
                <a:latin typeface="Noto Sans JP" panose="020B0200000000000000" pitchFamily="50" charset="-128"/>
                <a:ea typeface="Noto Sans JP" panose="020B0200000000000000" pitchFamily="50" charset="-128"/>
              </a:rPr>
              <a:t>Prime Study </a:t>
            </a:r>
            <a:r>
              <a:rPr lang="ja-JP" altLang="en-US" sz="2400" dirty="0">
                <a:latin typeface="Noto Sans JP" panose="020B0200000000000000" pitchFamily="50" charset="-128"/>
                <a:ea typeface="Noto Sans JP" panose="020B0200000000000000" pitchFamily="50" charset="-128"/>
              </a:rPr>
              <a:t>第</a:t>
            </a:r>
            <a:r>
              <a:rPr lang="en-US" altLang="ja-JP" sz="2400" dirty="0">
                <a:latin typeface="Noto Sans JP" panose="020B0200000000000000" pitchFamily="50" charset="-128"/>
                <a:ea typeface="Noto Sans JP" panose="020B0200000000000000" pitchFamily="50" charset="-128"/>
              </a:rPr>
              <a:t>2</a:t>
            </a:r>
            <a:r>
              <a:rPr lang="ja-JP" altLang="en-US" sz="2400" dirty="0">
                <a:latin typeface="Noto Sans JP" panose="020B0200000000000000" pitchFamily="50" charset="-128"/>
                <a:ea typeface="Noto Sans JP" panose="020B0200000000000000" pitchFamily="50" charset="-128"/>
              </a:rPr>
              <a:t>回</a:t>
            </a:r>
            <a:endParaRPr lang="en-US" altLang="ja-JP" sz="2400" dirty="0">
              <a:latin typeface="Noto Sans JP" panose="020B0200000000000000" pitchFamily="50" charset="-128"/>
              <a:ea typeface="Noto Sans JP" panose="020B0200000000000000" pitchFamily="50" charset="-128"/>
            </a:endParaRPr>
          </a:p>
        </p:txBody>
      </p:sp>
      <p:pic>
        <p:nvPicPr>
          <p:cNvPr id="9" name="図 8">
            <a:extLst>
              <a:ext uri="{FF2B5EF4-FFF2-40B4-BE49-F238E27FC236}">
                <a16:creationId xmlns:a16="http://schemas.microsoft.com/office/drawing/2014/main" id="{8D9F0CC2-00D2-57DE-1A06-2C2E63DE82BF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78370"/>
          <a:stretch>
            <a:fillRect/>
          </a:stretch>
        </p:blipFill>
        <p:spPr>
          <a:xfrm>
            <a:off x="395953" y="8216037"/>
            <a:ext cx="13165387" cy="863346"/>
          </a:xfrm>
          <a:prstGeom prst="rect">
            <a:avLst/>
          </a:prstGeom>
        </p:spPr>
      </p:pic>
      <p:sp>
        <p:nvSpPr>
          <p:cNvPr id="5" name="楕円 4">
            <a:extLst>
              <a:ext uri="{FF2B5EF4-FFF2-40B4-BE49-F238E27FC236}">
                <a16:creationId xmlns:a16="http://schemas.microsoft.com/office/drawing/2014/main" id="{C44F8D26-91BA-3E3E-4275-703EB5F7FB02}"/>
              </a:ext>
            </a:extLst>
          </p:cNvPr>
          <p:cNvSpPr/>
          <p:nvPr/>
        </p:nvSpPr>
        <p:spPr>
          <a:xfrm>
            <a:off x="560894" y="8448324"/>
            <a:ext cx="419100" cy="419100"/>
          </a:xfrm>
          <a:prstGeom prst="ellipse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4050"/>
          </a:p>
        </p:txBody>
      </p:sp>
      <p:sp>
        <p:nvSpPr>
          <p:cNvPr id="4" name="正方形/長方形 3">
            <a:extLst>
              <a:ext uri="{FF2B5EF4-FFF2-40B4-BE49-F238E27FC236}">
                <a16:creationId xmlns:a16="http://schemas.microsoft.com/office/drawing/2014/main" id="{05DABB2C-F4D9-F9DF-5823-37378289200A}"/>
              </a:ext>
            </a:extLst>
          </p:cNvPr>
          <p:cNvSpPr/>
          <p:nvPr/>
        </p:nvSpPr>
        <p:spPr>
          <a:xfrm>
            <a:off x="10068847" y="2901735"/>
            <a:ext cx="7823200" cy="306263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kumimoji="1" lang="en-US" altLang="ja-JP" sz="2000" dirty="0">
                <a:solidFill>
                  <a:schemeClr val="bg1"/>
                </a:solidFill>
                <a:latin typeface="Noto Sans JP" panose="020B0200000000000000" pitchFamily="50" charset="-128"/>
                <a:ea typeface="Noto Sans JP" panose="020B0200000000000000" pitchFamily="50" charset="-128"/>
              </a:rPr>
              <a:t>if n % x == 0: → n </a:t>
            </a:r>
            <a:r>
              <a:rPr kumimoji="1" lang="ja-JP" altLang="en-US" sz="2000" dirty="0">
                <a:solidFill>
                  <a:schemeClr val="bg1"/>
                </a:solidFill>
                <a:latin typeface="Noto Sans JP" panose="020B0200000000000000" pitchFamily="50" charset="-128"/>
                <a:ea typeface="Noto Sans JP" panose="020B0200000000000000" pitchFamily="50" charset="-128"/>
              </a:rPr>
              <a:t>が割り切れるとき</a:t>
            </a:r>
          </a:p>
          <a:p>
            <a:endParaRPr kumimoji="1" lang="ja-JP" altLang="en-US" sz="2000" dirty="0">
              <a:solidFill>
                <a:schemeClr val="bg1"/>
              </a:solidFill>
              <a:latin typeface="Noto Sans JP" panose="020B0200000000000000" pitchFamily="50" charset="-128"/>
              <a:ea typeface="Noto Sans JP" panose="020B0200000000000000" pitchFamily="50" charset="-128"/>
            </a:endParaRPr>
          </a:p>
          <a:p>
            <a:r>
              <a:rPr kumimoji="1" lang="ja-JP" altLang="en-US" sz="2000" dirty="0">
                <a:solidFill>
                  <a:schemeClr val="bg1"/>
                </a:solidFill>
                <a:latin typeface="Noto Sans JP" panose="020B0200000000000000" pitchFamily="50" charset="-128"/>
                <a:ea typeface="Noto Sans JP" panose="020B0200000000000000" pitchFamily="50" charset="-128"/>
              </a:rPr>
              <a:t>例えば </a:t>
            </a:r>
            <a:r>
              <a:rPr kumimoji="1" lang="en-US" altLang="ja-JP" sz="2000" dirty="0">
                <a:solidFill>
                  <a:schemeClr val="bg1"/>
                </a:solidFill>
                <a:latin typeface="Noto Sans JP" panose="020B0200000000000000" pitchFamily="50" charset="-128"/>
                <a:ea typeface="Noto Sans JP" panose="020B0200000000000000" pitchFamily="50" charset="-128"/>
              </a:rPr>
              <a:t>n=4 </a:t>
            </a:r>
            <a:r>
              <a:rPr kumimoji="1" lang="ja-JP" altLang="en-US" sz="2000" dirty="0">
                <a:solidFill>
                  <a:schemeClr val="bg1"/>
                </a:solidFill>
                <a:latin typeface="Noto Sans JP" panose="020B0200000000000000" pitchFamily="50" charset="-128"/>
                <a:ea typeface="Noto Sans JP" panose="020B0200000000000000" pitchFamily="50" charset="-128"/>
              </a:rPr>
              <a:t>のとき、</a:t>
            </a:r>
            <a:r>
              <a:rPr kumimoji="1" lang="en-US" altLang="ja-JP" sz="2000" dirty="0">
                <a:solidFill>
                  <a:schemeClr val="bg1"/>
                </a:solidFill>
                <a:latin typeface="Noto Sans JP" panose="020B0200000000000000" pitchFamily="50" charset="-128"/>
                <a:ea typeface="Noto Sans JP" panose="020B0200000000000000" pitchFamily="50" charset="-128"/>
              </a:rPr>
              <a:t>4 % 2 == 0 </a:t>
            </a:r>
            <a:r>
              <a:rPr kumimoji="1" lang="ja-JP" altLang="en-US" sz="2000" dirty="0">
                <a:solidFill>
                  <a:schemeClr val="bg1"/>
                </a:solidFill>
                <a:latin typeface="Noto Sans JP" panose="020B0200000000000000" pitchFamily="50" charset="-128"/>
                <a:ea typeface="Noto Sans JP" panose="020B0200000000000000" pitchFamily="50" charset="-128"/>
              </a:rPr>
              <a:t>が成り立つので</a:t>
            </a:r>
          </a:p>
          <a:p>
            <a:r>
              <a:rPr kumimoji="1" lang="en-US" altLang="ja-JP" sz="2000" dirty="0">
                <a:solidFill>
                  <a:schemeClr val="bg1"/>
                </a:solidFill>
                <a:latin typeface="Noto Sans JP" panose="020B0200000000000000" pitchFamily="50" charset="-128"/>
                <a:ea typeface="Noto Sans JP" panose="020B0200000000000000" pitchFamily="50" charset="-128"/>
              </a:rPr>
              <a:t>print("4 equals 2 * 2") </a:t>
            </a:r>
            <a:r>
              <a:rPr kumimoji="1" lang="ja-JP" altLang="en-US" sz="2000" dirty="0">
                <a:solidFill>
                  <a:schemeClr val="bg1"/>
                </a:solidFill>
                <a:latin typeface="Noto Sans JP" panose="020B0200000000000000" pitchFamily="50" charset="-128"/>
                <a:ea typeface="Noto Sans JP" panose="020B0200000000000000" pitchFamily="50" charset="-128"/>
              </a:rPr>
              <a:t>が実行される。</a:t>
            </a:r>
          </a:p>
          <a:p>
            <a:endParaRPr kumimoji="1" lang="ja-JP" altLang="en-US" sz="2000" dirty="0">
              <a:solidFill>
                <a:schemeClr val="bg1"/>
              </a:solidFill>
              <a:latin typeface="Noto Sans JP" panose="020B0200000000000000" pitchFamily="50" charset="-128"/>
              <a:ea typeface="Noto Sans JP" panose="020B0200000000000000" pitchFamily="50" charset="-128"/>
            </a:endParaRPr>
          </a:p>
          <a:p>
            <a:r>
              <a:rPr kumimoji="1" lang="ja-JP" altLang="en-US" sz="2000" dirty="0">
                <a:solidFill>
                  <a:schemeClr val="bg1"/>
                </a:solidFill>
                <a:latin typeface="Noto Sans JP" panose="020B0200000000000000" pitchFamily="50" charset="-128"/>
                <a:ea typeface="Noto Sans JP" panose="020B0200000000000000" pitchFamily="50" charset="-128"/>
              </a:rPr>
              <a:t>この後にさらに調べる必要はないので、ループを抜ける必要があります。</a:t>
            </a:r>
            <a:endParaRPr kumimoji="1" lang="en-US" altLang="ja-JP" sz="2000" dirty="0">
              <a:solidFill>
                <a:schemeClr val="bg1"/>
              </a:solidFill>
              <a:latin typeface="Noto Sans JP" panose="020B0200000000000000" pitchFamily="50" charset="-128"/>
              <a:ea typeface="Noto Sans JP" panose="020B0200000000000000" pitchFamily="50" charset="-128"/>
            </a:endParaRPr>
          </a:p>
          <a:p>
            <a:endParaRPr kumimoji="1" lang="ja-JP" altLang="en-US" sz="2000" dirty="0">
              <a:solidFill>
                <a:schemeClr val="bg1"/>
              </a:solidFill>
              <a:latin typeface="Noto Sans JP" panose="020B0200000000000000" pitchFamily="50" charset="-128"/>
              <a:ea typeface="Noto Sans JP" panose="020B0200000000000000" pitchFamily="50" charset="-128"/>
            </a:endParaRPr>
          </a:p>
          <a:p>
            <a:r>
              <a:rPr kumimoji="1" lang="ja-JP" altLang="en-US" sz="2000" b="1" dirty="0">
                <a:solidFill>
                  <a:schemeClr val="bg1"/>
                </a:solidFill>
                <a:latin typeface="Noto Sans JP" panose="020B0200000000000000" pitchFamily="50" charset="-128"/>
                <a:ea typeface="Noto Sans JP" panose="020B0200000000000000" pitchFamily="50" charset="-128"/>
              </a:rPr>
              <a:t>→ ここで入るのは </a:t>
            </a:r>
            <a:r>
              <a:rPr kumimoji="1" lang="en-US" altLang="ja-JP" sz="2000" b="1" dirty="0">
                <a:solidFill>
                  <a:srgbClr val="FF0000"/>
                </a:solidFill>
                <a:latin typeface="Noto Sans JP" panose="020B0200000000000000" pitchFamily="50" charset="-128"/>
                <a:ea typeface="Noto Sans JP" panose="020B0200000000000000" pitchFamily="50" charset="-128"/>
              </a:rPr>
              <a:t>break</a:t>
            </a:r>
          </a:p>
        </p:txBody>
      </p:sp>
      <p:sp>
        <p:nvSpPr>
          <p:cNvPr id="7" name="正方形/長方形 6">
            <a:extLst>
              <a:ext uri="{FF2B5EF4-FFF2-40B4-BE49-F238E27FC236}">
                <a16:creationId xmlns:a16="http://schemas.microsoft.com/office/drawing/2014/main" id="{92772D6A-268F-77F9-4F65-B9CA828E8EC3}"/>
              </a:ext>
            </a:extLst>
          </p:cNvPr>
          <p:cNvSpPr/>
          <p:nvPr/>
        </p:nvSpPr>
        <p:spPr>
          <a:xfrm>
            <a:off x="10068847" y="2352885"/>
            <a:ext cx="2847931" cy="688061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2400" b="1" dirty="0">
                <a:latin typeface="Noto Sans JP" panose="020B0200000000000000" pitchFamily="50" charset="-128"/>
                <a:ea typeface="Noto Sans JP" panose="020B0200000000000000" pitchFamily="50" charset="-128"/>
              </a:rPr>
              <a:t> ポイント①</a:t>
            </a:r>
          </a:p>
        </p:txBody>
      </p:sp>
      <p:sp>
        <p:nvSpPr>
          <p:cNvPr id="2" name="正方形/長方形 1">
            <a:extLst>
              <a:ext uri="{FF2B5EF4-FFF2-40B4-BE49-F238E27FC236}">
                <a16:creationId xmlns:a16="http://schemas.microsoft.com/office/drawing/2014/main" id="{73475EEF-EEEB-858B-1799-D224D0AD4330}"/>
              </a:ext>
            </a:extLst>
          </p:cNvPr>
          <p:cNvSpPr/>
          <p:nvPr/>
        </p:nvSpPr>
        <p:spPr>
          <a:xfrm>
            <a:off x="10068847" y="6870401"/>
            <a:ext cx="7823200" cy="2784217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kumimoji="1" lang="en-US" altLang="ja-JP" sz="2000" dirty="0">
                <a:solidFill>
                  <a:schemeClr val="bg1"/>
                </a:solidFill>
                <a:latin typeface="Noto Sans JP" panose="020B0200000000000000" pitchFamily="50" charset="-128"/>
                <a:ea typeface="Noto Sans JP" panose="020B0200000000000000" pitchFamily="50" charset="-128"/>
              </a:rPr>
              <a:t>for x in range(2, n) </a:t>
            </a:r>
            <a:r>
              <a:rPr kumimoji="1" lang="ja-JP" altLang="en-US" sz="2000" dirty="0">
                <a:solidFill>
                  <a:schemeClr val="bg1"/>
                </a:solidFill>
                <a:latin typeface="Noto Sans JP" panose="020B0200000000000000" pitchFamily="50" charset="-128"/>
                <a:ea typeface="Noto Sans JP" panose="020B0200000000000000" pitchFamily="50" charset="-128"/>
              </a:rPr>
              <a:t>のループで一度も割り切れなかった場合 </a:t>
            </a:r>
            <a:endParaRPr kumimoji="1" lang="en-US" altLang="ja-JP" sz="2000" dirty="0">
              <a:solidFill>
                <a:schemeClr val="bg1"/>
              </a:solidFill>
              <a:latin typeface="Noto Sans JP" panose="020B0200000000000000" pitchFamily="50" charset="-128"/>
              <a:ea typeface="Noto Sans JP" panose="020B0200000000000000" pitchFamily="50" charset="-128"/>
            </a:endParaRPr>
          </a:p>
          <a:p>
            <a:r>
              <a:rPr kumimoji="1" lang="ja-JP" altLang="en-US" sz="2000" dirty="0">
                <a:solidFill>
                  <a:schemeClr val="bg1"/>
                </a:solidFill>
                <a:latin typeface="Noto Sans JP" panose="020B0200000000000000" pitchFamily="50" charset="-128"/>
                <a:ea typeface="Noto Sans JP" panose="020B0200000000000000" pitchFamily="50" charset="-128"/>
              </a:rPr>
              <a:t>→ 素数。</a:t>
            </a:r>
          </a:p>
          <a:p>
            <a:endParaRPr kumimoji="1" lang="ja-JP" altLang="en-US" sz="2000" dirty="0">
              <a:solidFill>
                <a:schemeClr val="bg1"/>
              </a:solidFill>
              <a:latin typeface="Noto Sans JP" panose="020B0200000000000000" pitchFamily="50" charset="-128"/>
              <a:ea typeface="Noto Sans JP" panose="020B0200000000000000" pitchFamily="50" charset="-128"/>
            </a:endParaRPr>
          </a:p>
          <a:p>
            <a:r>
              <a:rPr kumimoji="1" lang="en-US" altLang="ja-JP" sz="2000" dirty="0">
                <a:solidFill>
                  <a:schemeClr val="bg1"/>
                </a:solidFill>
                <a:latin typeface="Noto Sans JP" panose="020B0200000000000000" pitchFamily="50" charset="-128"/>
                <a:ea typeface="Noto Sans JP" panose="020B0200000000000000" pitchFamily="50" charset="-128"/>
              </a:rPr>
              <a:t>Python </a:t>
            </a:r>
            <a:r>
              <a:rPr kumimoji="1" lang="ja-JP" altLang="en-US" sz="2000" dirty="0">
                <a:solidFill>
                  <a:schemeClr val="bg1"/>
                </a:solidFill>
                <a:latin typeface="Noto Sans JP" panose="020B0200000000000000" pitchFamily="50" charset="-128"/>
                <a:ea typeface="Noto Sans JP" panose="020B0200000000000000" pitchFamily="50" charset="-128"/>
              </a:rPr>
              <a:t>には </a:t>
            </a:r>
            <a:r>
              <a:rPr kumimoji="1" lang="en-US" altLang="ja-JP" sz="2000" b="1" dirty="0">
                <a:solidFill>
                  <a:srgbClr val="FF0000"/>
                </a:solidFill>
                <a:latin typeface="Noto Sans JP" panose="020B0200000000000000" pitchFamily="50" charset="-128"/>
                <a:ea typeface="Noto Sans JP" panose="020B0200000000000000" pitchFamily="50" charset="-128"/>
              </a:rPr>
              <a:t>for ... else</a:t>
            </a:r>
            <a:r>
              <a:rPr kumimoji="1" lang="ja-JP" altLang="en-US" sz="2000" dirty="0">
                <a:solidFill>
                  <a:schemeClr val="bg1"/>
                </a:solidFill>
                <a:latin typeface="Noto Sans JP" panose="020B0200000000000000" pitchFamily="50" charset="-128"/>
                <a:ea typeface="Noto Sans JP" panose="020B0200000000000000" pitchFamily="50" charset="-128"/>
              </a:rPr>
              <a:t> という特別な構文があります。</a:t>
            </a:r>
          </a:p>
          <a:p>
            <a:r>
              <a:rPr kumimoji="1" lang="ja-JP" altLang="en-US" sz="2000" dirty="0">
                <a:solidFill>
                  <a:schemeClr val="bg1"/>
                </a:solidFill>
                <a:latin typeface="Noto Sans JP" panose="020B0200000000000000" pitchFamily="50" charset="-128"/>
                <a:ea typeface="Noto Sans JP" panose="020B0200000000000000" pitchFamily="50" charset="-128"/>
              </a:rPr>
              <a:t>ループを </a:t>
            </a:r>
            <a:r>
              <a:rPr kumimoji="1" lang="en-US" altLang="ja-JP" sz="2000" dirty="0">
                <a:solidFill>
                  <a:schemeClr val="bg1"/>
                </a:solidFill>
                <a:latin typeface="Noto Sans JP" panose="020B0200000000000000" pitchFamily="50" charset="-128"/>
                <a:ea typeface="Noto Sans JP" panose="020B0200000000000000" pitchFamily="50" charset="-128"/>
              </a:rPr>
              <a:t>break </a:t>
            </a:r>
            <a:r>
              <a:rPr kumimoji="1" lang="ja-JP" altLang="en-US" sz="2000" dirty="0">
                <a:solidFill>
                  <a:schemeClr val="bg1"/>
                </a:solidFill>
                <a:latin typeface="Noto Sans JP" panose="020B0200000000000000" pitchFamily="50" charset="-128"/>
                <a:ea typeface="Noto Sans JP" panose="020B0200000000000000" pitchFamily="50" charset="-128"/>
              </a:rPr>
              <a:t>せずに最後まで回ったときに </a:t>
            </a:r>
            <a:r>
              <a:rPr kumimoji="1" lang="en-US" altLang="ja-JP" sz="2000" dirty="0">
                <a:solidFill>
                  <a:schemeClr val="bg1"/>
                </a:solidFill>
                <a:latin typeface="Noto Sans JP" panose="020B0200000000000000" pitchFamily="50" charset="-128"/>
                <a:ea typeface="Noto Sans JP" panose="020B0200000000000000" pitchFamily="50" charset="-128"/>
              </a:rPr>
              <a:t>else </a:t>
            </a:r>
            <a:r>
              <a:rPr kumimoji="1" lang="ja-JP" altLang="en-US" sz="2000" dirty="0">
                <a:solidFill>
                  <a:schemeClr val="bg1"/>
                </a:solidFill>
                <a:latin typeface="Noto Sans JP" panose="020B0200000000000000" pitchFamily="50" charset="-128"/>
                <a:ea typeface="Noto Sans JP" panose="020B0200000000000000" pitchFamily="50" charset="-128"/>
              </a:rPr>
              <a:t>部分が実行される。</a:t>
            </a:r>
          </a:p>
          <a:p>
            <a:endParaRPr kumimoji="1" lang="ja-JP" altLang="en-US" sz="2000" dirty="0">
              <a:solidFill>
                <a:schemeClr val="bg1"/>
              </a:solidFill>
              <a:latin typeface="Noto Sans JP" panose="020B0200000000000000" pitchFamily="50" charset="-128"/>
              <a:ea typeface="Noto Sans JP" panose="020B0200000000000000" pitchFamily="50" charset="-128"/>
            </a:endParaRPr>
          </a:p>
          <a:p>
            <a:r>
              <a:rPr kumimoji="1" lang="ja-JP" altLang="en-US" sz="2000" b="1" dirty="0">
                <a:solidFill>
                  <a:schemeClr val="bg1"/>
                </a:solidFill>
                <a:latin typeface="Noto Sans JP" panose="020B0200000000000000" pitchFamily="50" charset="-128"/>
                <a:ea typeface="Noto Sans JP" panose="020B0200000000000000" pitchFamily="50" charset="-128"/>
              </a:rPr>
              <a:t>→ここで入るのは </a:t>
            </a:r>
            <a:r>
              <a:rPr kumimoji="1" lang="en-US" altLang="ja-JP" sz="2000" b="1" dirty="0">
                <a:solidFill>
                  <a:srgbClr val="FF0000"/>
                </a:solidFill>
                <a:latin typeface="Noto Sans JP" panose="020B0200000000000000" pitchFamily="50" charset="-128"/>
                <a:ea typeface="Noto Sans JP" panose="020B0200000000000000" pitchFamily="50" charset="-128"/>
              </a:rPr>
              <a:t>else:</a:t>
            </a:r>
          </a:p>
        </p:txBody>
      </p:sp>
      <p:sp>
        <p:nvSpPr>
          <p:cNvPr id="10" name="正方形/長方形 9">
            <a:extLst>
              <a:ext uri="{FF2B5EF4-FFF2-40B4-BE49-F238E27FC236}">
                <a16:creationId xmlns:a16="http://schemas.microsoft.com/office/drawing/2014/main" id="{B908DA26-CF64-8EFC-1795-9D06C51DAB66}"/>
              </a:ext>
            </a:extLst>
          </p:cNvPr>
          <p:cNvSpPr/>
          <p:nvPr/>
        </p:nvSpPr>
        <p:spPr>
          <a:xfrm>
            <a:off x="10068847" y="6182340"/>
            <a:ext cx="2847931" cy="688061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2400" b="1" dirty="0">
                <a:latin typeface="Noto Sans JP" panose="020B0200000000000000" pitchFamily="50" charset="-128"/>
                <a:ea typeface="Noto Sans JP" panose="020B0200000000000000" pitchFamily="50" charset="-128"/>
              </a:rPr>
              <a:t> ポイント②</a:t>
            </a:r>
          </a:p>
        </p:txBody>
      </p:sp>
    </p:spTree>
    <p:extLst>
      <p:ext uri="{BB962C8B-B14F-4D97-AF65-F5344CB8AC3E}">
        <p14:creationId xmlns:p14="http://schemas.microsoft.com/office/powerpoint/2010/main" val="418849936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7" grpId="0" animBg="1"/>
      <p:bldP spid="2" grpId="0" animBg="1"/>
      <p:bldP spid="10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ED12CF1-9648-1F49-9DB5-B9992A7CC9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図 9">
            <a:extLst>
              <a:ext uri="{FF2B5EF4-FFF2-40B4-BE49-F238E27FC236}">
                <a16:creationId xmlns:a16="http://schemas.microsoft.com/office/drawing/2014/main" id="{ED4C44A1-3EC7-2B04-F9C1-E2531974D3B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0894" y="1462188"/>
            <a:ext cx="13355914" cy="8259328"/>
          </a:xfrm>
          <a:prstGeom prst="rect">
            <a:avLst/>
          </a:prstGeom>
        </p:spPr>
      </p:pic>
      <p:sp>
        <p:nvSpPr>
          <p:cNvPr id="8" name="タイトル 7">
            <a:extLst>
              <a:ext uri="{FF2B5EF4-FFF2-40B4-BE49-F238E27FC236}">
                <a16:creationId xmlns:a16="http://schemas.microsoft.com/office/drawing/2014/main" id="{ECCFC00D-F994-FA00-50A2-42FE5156B8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2775" y="348253"/>
            <a:ext cx="17646914" cy="770016"/>
          </a:xfrm>
        </p:spPr>
        <p:txBody>
          <a:bodyPr/>
          <a:lstStyle/>
          <a:p>
            <a:r>
              <a:rPr lang="en-US" altLang="ja-JP" dirty="0">
                <a:solidFill>
                  <a:schemeClr val="bg1"/>
                </a:solidFill>
                <a:latin typeface="Noto Sans JP" panose="020B0200000000000000" pitchFamily="50" charset="-128"/>
                <a:ea typeface="Noto Sans JP" panose="020B0200000000000000" pitchFamily="50" charset="-128"/>
              </a:rPr>
              <a:t>12.</a:t>
            </a:r>
            <a:r>
              <a:rPr lang="ja-JP" altLang="en-US" dirty="0">
                <a:solidFill>
                  <a:schemeClr val="bg1"/>
                </a:solidFill>
                <a:latin typeface="Noto Sans JP" panose="020B0200000000000000" pitchFamily="50" charset="-128"/>
                <a:ea typeface="Noto Sans JP" panose="020B0200000000000000" pitchFamily="50" charset="-128"/>
              </a:rPr>
              <a:t>インデックスと要素の取得</a:t>
            </a:r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B7C90D91-2FD2-9539-F9B8-19084340516B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altLang="ja-JP" sz="2400" dirty="0">
                <a:latin typeface="Noto Sans JP" panose="020B0200000000000000" pitchFamily="50" charset="-128"/>
                <a:ea typeface="Noto Sans JP" panose="020B0200000000000000" pitchFamily="50" charset="-128"/>
              </a:rPr>
              <a:t>Prime Study </a:t>
            </a:r>
            <a:r>
              <a:rPr lang="ja-JP" altLang="en-US" sz="2400" dirty="0">
                <a:latin typeface="Noto Sans JP" panose="020B0200000000000000" pitchFamily="50" charset="-128"/>
                <a:ea typeface="Noto Sans JP" panose="020B0200000000000000" pitchFamily="50" charset="-128"/>
              </a:rPr>
              <a:t>第</a:t>
            </a:r>
            <a:r>
              <a:rPr lang="en-US" altLang="ja-JP" sz="2400" dirty="0">
                <a:latin typeface="Noto Sans JP" panose="020B0200000000000000" pitchFamily="50" charset="-128"/>
                <a:ea typeface="Noto Sans JP" panose="020B0200000000000000" pitchFamily="50" charset="-128"/>
              </a:rPr>
              <a:t>2</a:t>
            </a:r>
            <a:r>
              <a:rPr lang="ja-JP" altLang="en-US" sz="2400" dirty="0">
                <a:latin typeface="Noto Sans JP" panose="020B0200000000000000" pitchFamily="50" charset="-128"/>
                <a:ea typeface="Noto Sans JP" panose="020B0200000000000000" pitchFamily="50" charset="-128"/>
              </a:rPr>
              <a:t>回</a:t>
            </a:r>
            <a:endParaRPr lang="en-US" altLang="ja-JP" sz="2400" dirty="0">
              <a:latin typeface="Noto Sans JP" panose="020B0200000000000000" pitchFamily="50" charset="-128"/>
              <a:ea typeface="Noto Sans JP" panose="020B0200000000000000" pitchFamily="50" charset="-128"/>
            </a:endParaRPr>
          </a:p>
        </p:txBody>
      </p:sp>
      <p:sp>
        <p:nvSpPr>
          <p:cNvPr id="5" name="楕円 4">
            <a:extLst>
              <a:ext uri="{FF2B5EF4-FFF2-40B4-BE49-F238E27FC236}">
                <a16:creationId xmlns:a16="http://schemas.microsoft.com/office/drawing/2014/main" id="{6ACE8D5D-1114-4738-70A5-E19FBFE79415}"/>
              </a:ext>
            </a:extLst>
          </p:cNvPr>
          <p:cNvSpPr/>
          <p:nvPr/>
        </p:nvSpPr>
        <p:spPr>
          <a:xfrm>
            <a:off x="713294" y="5921024"/>
            <a:ext cx="419100" cy="419100"/>
          </a:xfrm>
          <a:prstGeom prst="ellipse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4050"/>
          </a:p>
        </p:txBody>
      </p:sp>
      <p:sp>
        <p:nvSpPr>
          <p:cNvPr id="4" name="正方形/長方形 3">
            <a:extLst>
              <a:ext uri="{FF2B5EF4-FFF2-40B4-BE49-F238E27FC236}">
                <a16:creationId xmlns:a16="http://schemas.microsoft.com/office/drawing/2014/main" id="{82CE0412-F971-3C5F-7092-996CA2A2299C}"/>
              </a:ext>
            </a:extLst>
          </p:cNvPr>
          <p:cNvSpPr/>
          <p:nvPr/>
        </p:nvSpPr>
        <p:spPr>
          <a:xfrm>
            <a:off x="5156200" y="2839384"/>
            <a:ext cx="12609025" cy="5425651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kumimoji="1" lang="en-US" altLang="ja-JP" sz="2800" dirty="0">
                <a:solidFill>
                  <a:schemeClr val="tx1"/>
                </a:solidFill>
                <a:highlight>
                  <a:srgbClr val="FFFFFF"/>
                </a:highlight>
                <a:latin typeface="Noto Sans JP" panose="020B0200000000000000" pitchFamily="50" charset="-128"/>
                <a:ea typeface="Noto Sans JP" panose="020B0200000000000000" pitchFamily="50" charset="-128"/>
              </a:rPr>
              <a:t>1. </a:t>
            </a:r>
            <a:r>
              <a:rPr kumimoji="1" lang="en-US" altLang="ja-JP" sz="3200" dirty="0">
                <a:solidFill>
                  <a:schemeClr val="tx1"/>
                </a:solidFill>
                <a:highlight>
                  <a:srgbClr val="FFFFFF"/>
                </a:highlight>
                <a:latin typeface="+mn-ea"/>
              </a:rPr>
              <a:t>range(</a:t>
            </a:r>
            <a:r>
              <a:rPr kumimoji="1" lang="en-US" altLang="ja-JP" sz="3200" dirty="0" err="1">
                <a:solidFill>
                  <a:schemeClr val="tx1"/>
                </a:solidFill>
                <a:highlight>
                  <a:srgbClr val="FFFFFF"/>
                </a:highlight>
                <a:latin typeface="+mn-ea"/>
              </a:rPr>
              <a:t>len</a:t>
            </a:r>
            <a:r>
              <a:rPr kumimoji="1" lang="en-US" altLang="ja-JP" sz="3200" dirty="0">
                <a:solidFill>
                  <a:schemeClr val="tx1"/>
                </a:solidFill>
                <a:highlight>
                  <a:srgbClr val="FFFFFF"/>
                </a:highlight>
                <a:latin typeface="+mn-ea"/>
              </a:rPr>
              <a:t>(Zen)) </a:t>
            </a:r>
            <a:r>
              <a:rPr kumimoji="1" lang="ja-JP" altLang="en-US" sz="2800" dirty="0">
                <a:solidFill>
                  <a:schemeClr val="tx1"/>
                </a:solidFill>
                <a:highlight>
                  <a:srgbClr val="FFFFFF"/>
                </a:highlight>
                <a:latin typeface="Noto Sans JP" panose="020B0200000000000000" pitchFamily="50" charset="-128"/>
                <a:ea typeface="Noto Sans JP" panose="020B0200000000000000" pitchFamily="50" charset="-128"/>
              </a:rPr>
              <a:t>の意味</a:t>
            </a:r>
          </a:p>
          <a:p>
            <a:r>
              <a:rPr kumimoji="1" lang="en-US" altLang="ja-JP" sz="2800" dirty="0" err="1">
                <a:solidFill>
                  <a:schemeClr val="bg1"/>
                </a:solidFill>
                <a:latin typeface="Noto Sans JP" panose="020B0200000000000000" pitchFamily="50" charset="-128"/>
                <a:ea typeface="Noto Sans JP" panose="020B0200000000000000" pitchFamily="50" charset="-128"/>
              </a:rPr>
              <a:t>len</a:t>
            </a:r>
            <a:r>
              <a:rPr kumimoji="1" lang="en-US" altLang="ja-JP" sz="2800" dirty="0">
                <a:solidFill>
                  <a:schemeClr val="bg1"/>
                </a:solidFill>
                <a:latin typeface="Noto Sans JP" panose="020B0200000000000000" pitchFamily="50" charset="-128"/>
                <a:ea typeface="Noto Sans JP" panose="020B0200000000000000" pitchFamily="50" charset="-128"/>
              </a:rPr>
              <a:t>(Zen) </a:t>
            </a:r>
            <a:r>
              <a:rPr kumimoji="1" lang="ja-JP" altLang="en-US" sz="2800" dirty="0">
                <a:solidFill>
                  <a:schemeClr val="bg1"/>
                </a:solidFill>
                <a:latin typeface="Noto Sans JP" panose="020B0200000000000000" pitchFamily="50" charset="-128"/>
                <a:ea typeface="Noto Sans JP" panose="020B0200000000000000" pitchFamily="50" charset="-128"/>
              </a:rPr>
              <a:t>はリスト </a:t>
            </a:r>
            <a:r>
              <a:rPr kumimoji="1" lang="en-US" altLang="ja-JP" sz="2800" dirty="0">
                <a:solidFill>
                  <a:schemeClr val="bg1"/>
                </a:solidFill>
                <a:latin typeface="Noto Sans JP" panose="020B0200000000000000" pitchFamily="50" charset="-128"/>
                <a:ea typeface="Noto Sans JP" panose="020B0200000000000000" pitchFamily="50" charset="-128"/>
              </a:rPr>
              <a:t>Zen </a:t>
            </a:r>
            <a:r>
              <a:rPr kumimoji="1" lang="ja-JP" altLang="en-US" sz="2800" dirty="0">
                <a:solidFill>
                  <a:schemeClr val="bg1"/>
                </a:solidFill>
                <a:latin typeface="Noto Sans JP" panose="020B0200000000000000" pitchFamily="50" charset="-128"/>
                <a:ea typeface="Noto Sans JP" panose="020B0200000000000000" pitchFamily="50" charset="-128"/>
              </a:rPr>
              <a:t>の長さ（要素数）を返します。</a:t>
            </a:r>
          </a:p>
          <a:p>
            <a:r>
              <a:rPr kumimoji="1" lang="ja-JP" altLang="en-US" sz="2800" dirty="0">
                <a:solidFill>
                  <a:schemeClr val="bg1"/>
                </a:solidFill>
                <a:latin typeface="Noto Sans JP" panose="020B0200000000000000" pitchFamily="50" charset="-128"/>
                <a:ea typeface="Noto Sans JP" panose="020B0200000000000000" pitchFamily="50" charset="-128"/>
              </a:rPr>
              <a:t>今回の </a:t>
            </a:r>
            <a:r>
              <a:rPr kumimoji="1" lang="en-US" altLang="ja-JP" sz="2800" dirty="0">
                <a:solidFill>
                  <a:schemeClr val="bg1"/>
                </a:solidFill>
                <a:latin typeface="Noto Sans JP" panose="020B0200000000000000" pitchFamily="50" charset="-128"/>
                <a:ea typeface="Noto Sans JP" panose="020B0200000000000000" pitchFamily="50" charset="-128"/>
              </a:rPr>
              <a:t>Zen </a:t>
            </a:r>
            <a:r>
              <a:rPr kumimoji="1" lang="ja-JP" altLang="en-US" sz="2800" dirty="0">
                <a:solidFill>
                  <a:schemeClr val="bg1"/>
                </a:solidFill>
                <a:latin typeface="Noto Sans JP" panose="020B0200000000000000" pitchFamily="50" charset="-128"/>
                <a:ea typeface="Noto Sans JP" panose="020B0200000000000000" pitchFamily="50" charset="-128"/>
              </a:rPr>
              <a:t>は </a:t>
            </a:r>
            <a:r>
              <a:rPr kumimoji="1" lang="en-US" altLang="ja-JP" sz="2800" dirty="0">
                <a:solidFill>
                  <a:schemeClr val="bg1"/>
                </a:solidFill>
                <a:latin typeface="Noto Sans JP" panose="020B0200000000000000" pitchFamily="50" charset="-128"/>
                <a:ea typeface="Noto Sans JP" panose="020B0200000000000000" pitchFamily="50" charset="-128"/>
              </a:rPr>
              <a:t>['Now', 'is', 'better', 'than', 'never'] </a:t>
            </a:r>
            <a:r>
              <a:rPr kumimoji="1" lang="ja-JP" altLang="en-US" sz="2800" dirty="0">
                <a:solidFill>
                  <a:schemeClr val="bg1"/>
                </a:solidFill>
                <a:latin typeface="Noto Sans JP" panose="020B0200000000000000" pitchFamily="50" charset="-128"/>
                <a:ea typeface="Noto Sans JP" panose="020B0200000000000000" pitchFamily="50" charset="-128"/>
              </a:rPr>
              <a:t>なので、</a:t>
            </a:r>
            <a:r>
              <a:rPr kumimoji="1" lang="en-US" altLang="ja-JP" sz="2800" dirty="0" err="1">
                <a:solidFill>
                  <a:schemeClr val="bg1"/>
                </a:solidFill>
                <a:latin typeface="Noto Sans JP" panose="020B0200000000000000" pitchFamily="50" charset="-128"/>
                <a:ea typeface="Noto Sans JP" panose="020B0200000000000000" pitchFamily="50" charset="-128"/>
              </a:rPr>
              <a:t>len</a:t>
            </a:r>
            <a:r>
              <a:rPr kumimoji="1" lang="en-US" altLang="ja-JP" sz="2800" dirty="0">
                <a:solidFill>
                  <a:schemeClr val="bg1"/>
                </a:solidFill>
                <a:latin typeface="Noto Sans JP" panose="020B0200000000000000" pitchFamily="50" charset="-128"/>
                <a:ea typeface="Noto Sans JP" panose="020B0200000000000000" pitchFamily="50" charset="-128"/>
              </a:rPr>
              <a:t>(Zen) = 5 </a:t>
            </a:r>
            <a:r>
              <a:rPr kumimoji="1" lang="ja-JP" altLang="en-US" sz="2800" dirty="0">
                <a:solidFill>
                  <a:schemeClr val="bg1"/>
                </a:solidFill>
                <a:latin typeface="Noto Sans JP" panose="020B0200000000000000" pitchFamily="50" charset="-128"/>
                <a:ea typeface="Noto Sans JP" panose="020B0200000000000000" pitchFamily="50" charset="-128"/>
              </a:rPr>
              <a:t>です。</a:t>
            </a:r>
          </a:p>
          <a:p>
            <a:endParaRPr kumimoji="1" lang="ja-JP" altLang="en-US" sz="2800" dirty="0">
              <a:solidFill>
                <a:schemeClr val="bg1"/>
              </a:solidFill>
              <a:latin typeface="Noto Sans JP" panose="020B0200000000000000" pitchFamily="50" charset="-128"/>
              <a:ea typeface="Noto Sans JP" panose="020B0200000000000000" pitchFamily="50" charset="-128"/>
            </a:endParaRPr>
          </a:p>
          <a:p>
            <a:r>
              <a:rPr kumimoji="1" lang="en-US" altLang="ja-JP" sz="2800" dirty="0">
                <a:solidFill>
                  <a:schemeClr val="bg1"/>
                </a:solidFill>
                <a:latin typeface="Noto Sans JP" panose="020B0200000000000000" pitchFamily="50" charset="-128"/>
                <a:ea typeface="Noto Sans JP" panose="020B0200000000000000" pitchFamily="50" charset="-128"/>
              </a:rPr>
              <a:t>range(5) </a:t>
            </a:r>
            <a:r>
              <a:rPr kumimoji="1" lang="ja-JP" altLang="en-US" sz="2800" dirty="0">
                <a:solidFill>
                  <a:schemeClr val="bg1"/>
                </a:solidFill>
                <a:latin typeface="Noto Sans JP" panose="020B0200000000000000" pitchFamily="50" charset="-128"/>
                <a:ea typeface="Noto Sans JP" panose="020B0200000000000000" pitchFamily="50" charset="-128"/>
              </a:rPr>
              <a:t>は </a:t>
            </a:r>
            <a:r>
              <a:rPr kumimoji="1" lang="en-US" altLang="ja-JP" sz="2800" dirty="0">
                <a:solidFill>
                  <a:schemeClr val="bg1"/>
                </a:solidFill>
                <a:latin typeface="Noto Sans JP" panose="020B0200000000000000" pitchFamily="50" charset="-128"/>
                <a:ea typeface="Noto Sans JP" panose="020B0200000000000000" pitchFamily="50" charset="-128"/>
              </a:rPr>
              <a:t>0 </a:t>
            </a:r>
            <a:r>
              <a:rPr kumimoji="1" lang="ja-JP" altLang="en-US" sz="2800" dirty="0">
                <a:solidFill>
                  <a:schemeClr val="bg1"/>
                </a:solidFill>
                <a:latin typeface="Noto Sans JP" panose="020B0200000000000000" pitchFamily="50" charset="-128"/>
                <a:ea typeface="Noto Sans JP" panose="020B0200000000000000" pitchFamily="50" charset="-128"/>
              </a:rPr>
              <a:t>から </a:t>
            </a:r>
            <a:r>
              <a:rPr kumimoji="1" lang="en-US" altLang="ja-JP" sz="2800" dirty="0">
                <a:solidFill>
                  <a:schemeClr val="bg1"/>
                </a:solidFill>
                <a:latin typeface="Noto Sans JP" panose="020B0200000000000000" pitchFamily="50" charset="-128"/>
                <a:ea typeface="Noto Sans JP" panose="020B0200000000000000" pitchFamily="50" charset="-128"/>
              </a:rPr>
              <a:t>4 </a:t>
            </a:r>
            <a:r>
              <a:rPr kumimoji="1" lang="ja-JP" altLang="en-US" sz="2800" dirty="0">
                <a:solidFill>
                  <a:schemeClr val="bg1"/>
                </a:solidFill>
                <a:latin typeface="Noto Sans JP" panose="020B0200000000000000" pitchFamily="50" charset="-128"/>
                <a:ea typeface="Noto Sans JP" panose="020B0200000000000000" pitchFamily="50" charset="-128"/>
              </a:rPr>
              <a:t>までの整数を順に生成する関数です。</a:t>
            </a:r>
          </a:p>
          <a:p>
            <a:r>
              <a:rPr kumimoji="1" lang="ja-JP" altLang="en-US" sz="2800" dirty="0">
                <a:solidFill>
                  <a:schemeClr val="bg1"/>
                </a:solidFill>
                <a:latin typeface="Noto Sans JP" panose="020B0200000000000000" pitchFamily="50" charset="-128"/>
                <a:ea typeface="Noto Sans JP" panose="020B0200000000000000" pitchFamily="50" charset="-128"/>
              </a:rPr>
              <a:t>→ </a:t>
            </a:r>
            <a:r>
              <a:rPr kumimoji="1" lang="en-US" altLang="ja-JP" sz="2800" dirty="0">
                <a:solidFill>
                  <a:schemeClr val="bg1"/>
                </a:solidFill>
                <a:latin typeface="Noto Sans JP" panose="020B0200000000000000" pitchFamily="50" charset="-128"/>
                <a:ea typeface="Noto Sans JP" panose="020B0200000000000000" pitchFamily="50" charset="-128"/>
              </a:rPr>
              <a:t>0, 1, 2, 3, 4 </a:t>
            </a:r>
            <a:r>
              <a:rPr kumimoji="1" lang="ja-JP" altLang="en-US" sz="2800" dirty="0">
                <a:solidFill>
                  <a:schemeClr val="bg1"/>
                </a:solidFill>
                <a:latin typeface="Noto Sans JP" panose="020B0200000000000000" pitchFamily="50" charset="-128"/>
                <a:ea typeface="Noto Sans JP" panose="020B0200000000000000" pitchFamily="50" charset="-128"/>
              </a:rPr>
              <a:t>が順番に取り出せます。</a:t>
            </a:r>
          </a:p>
          <a:p>
            <a:endParaRPr kumimoji="1" lang="ja-JP" altLang="en-US" sz="2800" dirty="0">
              <a:solidFill>
                <a:schemeClr val="bg1"/>
              </a:solidFill>
              <a:latin typeface="Noto Sans JP" panose="020B0200000000000000" pitchFamily="50" charset="-128"/>
              <a:ea typeface="Noto Sans JP" panose="020B0200000000000000" pitchFamily="50" charset="-128"/>
            </a:endParaRPr>
          </a:p>
          <a:p>
            <a:r>
              <a:rPr kumimoji="1" lang="en-US" altLang="ja-JP" sz="2800" dirty="0">
                <a:solidFill>
                  <a:schemeClr val="tx1"/>
                </a:solidFill>
                <a:highlight>
                  <a:srgbClr val="FFFFFF"/>
                </a:highlight>
                <a:latin typeface="Noto Sans JP" panose="020B0200000000000000" pitchFamily="50" charset="-128"/>
                <a:ea typeface="Noto Sans JP" panose="020B0200000000000000" pitchFamily="50" charset="-128"/>
              </a:rPr>
              <a:t>2. </a:t>
            </a:r>
            <a:r>
              <a:rPr kumimoji="1" lang="en-US" altLang="ja-JP" sz="3200" dirty="0">
                <a:solidFill>
                  <a:schemeClr val="tx1"/>
                </a:solidFill>
                <a:highlight>
                  <a:srgbClr val="FFFFFF"/>
                </a:highlight>
                <a:latin typeface="+mn-ea"/>
              </a:rPr>
              <a:t>for </a:t>
            </a:r>
            <a:r>
              <a:rPr kumimoji="1" lang="en-US" altLang="ja-JP" sz="3200" dirty="0" err="1">
                <a:solidFill>
                  <a:schemeClr val="tx1"/>
                </a:solidFill>
                <a:highlight>
                  <a:srgbClr val="FFFFFF"/>
                </a:highlight>
                <a:latin typeface="+mn-ea"/>
              </a:rPr>
              <a:t>i</a:t>
            </a:r>
            <a:r>
              <a:rPr kumimoji="1" lang="en-US" altLang="ja-JP" sz="3200" dirty="0">
                <a:solidFill>
                  <a:schemeClr val="tx1"/>
                </a:solidFill>
                <a:highlight>
                  <a:srgbClr val="FFFFFF"/>
                </a:highlight>
                <a:latin typeface="+mn-ea"/>
              </a:rPr>
              <a:t> in range(</a:t>
            </a:r>
            <a:r>
              <a:rPr kumimoji="1" lang="en-US" altLang="ja-JP" sz="3200" dirty="0" err="1">
                <a:solidFill>
                  <a:schemeClr val="tx1"/>
                </a:solidFill>
                <a:highlight>
                  <a:srgbClr val="FFFFFF"/>
                </a:highlight>
                <a:latin typeface="+mn-ea"/>
              </a:rPr>
              <a:t>len</a:t>
            </a:r>
            <a:r>
              <a:rPr kumimoji="1" lang="en-US" altLang="ja-JP" sz="3200" dirty="0">
                <a:solidFill>
                  <a:schemeClr val="tx1"/>
                </a:solidFill>
                <a:highlight>
                  <a:srgbClr val="FFFFFF"/>
                </a:highlight>
                <a:latin typeface="+mn-ea"/>
              </a:rPr>
              <a:t>(Zen)): </a:t>
            </a:r>
            <a:r>
              <a:rPr kumimoji="1" lang="ja-JP" altLang="en-US" sz="2800" dirty="0">
                <a:solidFill>
                  <a:schemeClr val="tx1"/>
                </a:solidFill>
                <a:highlight>
                  <a:srgbClr val="FFFFFF"/>
                </a:highlight>
                <a:latin typeface="Noto Sans JP" panose="020B0200000000000000" pitchFamily="50" charset="-128"/>
                <a:ea typeface="Noto Sans JP" panose="020B0200000000000000" pitchFamily="50" charset="-128"/>
              </a:rPr>
              <a:t>の動き</a:t>
            </a:r>
          </a:p>
          <a:p>
            <a:r>
              <a:rPr kumimoji="1" lang="ja-JP" altLang="en-US" sz="2800" dirty="0">
                <a:solidFill>
                  <a:schemeClr val="bg1"/>
                </a:solidFill>
                <a:latin typeface="Noto Sans JP" panose="020B0200000000000000" pitchFamily="50" charset="-128"/>
                <a:ea typeface="Noto Sans JP" panose="020B0200000000000000" pitchFamily="50" charset="-128"/>
              </a:rPr>
              <a:t>この行は</a:t>
            </a:r>
            <a:r>
              <a:rPr kumimoji="1" lang="en-US" altLang="ja-JP" sz="2800" b="1" dirty="0" err="1">
                <a:solidFill>
                  <a:srgbClr val="FF0000"/>
                </a:solidFill>
                <a:latin typeface="Noto Sans JP" panose="020B0200000000000000" pitchFamily="50" charset="-128"/>
                <a:ea typeface="Noto Sans JP" panose="020B0200000000000000" pitchFamily="50" charset="-128"/>
              </a:rPr>
              <a:t>i</a:t>
            </a:r>
            <a:r>
              <a:rPr kumimoji="1" lang="en-US" altLang="ja-JP" sz="2800" b="1" dirty="0">
                <a:solidFill>
                  <a:srgbClr val="FF0000"/>
                </a:solidFill>
                <a:latin typeface="Noto Sans JP" panose="020B0200000000000000" pitchFamily="50" charset="-128"/>
                <a:ea typeface="Noto Sans JP" panose="020B0200000000000000" pitchFamily="50" charset="-128"/>
              </a:rPr>
              <a:t> </a:t>
            </a:r>
            <a:r>
              <a:rPr kumimoji="1" lang="ja-JP" altLang="en-US" sz="2800" b="1" dirty="0">
                <a:solidFill>
                  <a:srgbClr val="FF0000"/>
                </a:solidFill>
                <a:latin typeface="Noto Sans JP" panose="020B0200000000000000" pitchFamily="50" charset="-128"/>
                <a:ea typeface="Noto Sans JP" panose="020B0200000000000000" pitchFamily="50" charset="-128"/>
              </a:rPr>
              <a:t>に</a:t>
            </a:r>
            <a:r>
              <a:rPr kumimoji="1" lang="en-US" altLang="ja-JP" sz="2800" b="1" dirty="0">
                <a:solidFill>
                  <a:srgbClr val="FF0000"/>
                </a:solidFill>
                <a:latin typeface="Noto Sans JP" panose="020B0200000000000000" pitchFamily="50" charset="-128"/>
                <a:ea typeface="Noto Sans JP" panose="020B0200000000000000" pitchFamily="50" charset="-128"/>
              </a:rPr>
              <a:t>0</a:t>
            </a:r>
            <a:r>
              <a:rPr kumimoji="1" lang="ja-JP" altLang="en-US" sz="2800" b="1" dirty="0">
                <a:solidFill>
                  <a:srgbClr val="FF0000"/>
                </a:solidFill>
                <a:latin typeface="Noto Sans JP" panose="020B0200000000000000" pitchFamily="50" charset="-128"/>
                <a:ea typeface="Noto Sans JP" panose="020B0200000000000000" pitchFamily="50" charset="-128"/>
              </a:rPr>
              <a:t>から</a:t>
            </a:r>
            <a:r>
              <a:rPr kumimoji="1" lang="en-US" altLang="ja-JP" sz="2800" b="1" dirty="0">
                <a:solidFill>
                  <a:srgbClr val="FF0000"/>
                </a:solidFill>
                <a:latin typeface="Noto Sans JP" panose="020B0200000000000000" pitchFamily="50" charset="-128"/>
                <a:ea typeface="Noto Sans JP" panose="020B0200000000000000" pitchFamily="50" charset="-128"/>
              </a:rPr>
              <a:t>4</a:t>
            </a:r>
            <a:r>
              <a:rPr kumimoji="1" lang="ja-JP" altLang="en-US" sz="2800" b="1" dirty="0">
                <a:solidFill>
                  <a:srgbClr val="FF0000"/>
                </a:solidFill>
                <a:latin typeface="Noto Sans JP" panose="020B0200000000000000" pitchFamily="50" charset="-128"/>
                <a:ea typeface="Noto Sans JP" panose="020B0200000000000000" pitchFamily="50" charset="-128"/>
              </a:rPr>
              <a:t>までの数字を順に代入しながら繰り返す</a:t>
            </a:r>
            <a:r>
              <a:rPr kumimoji="1" lang="ja-JP" altLang="en-US" sz="2800" dirty="0">
                <a:solidFill>
                  <a:schemeClr val="bg1"/>
                </a:solidFill>
                <a:latin typeface="Noto Sans JP" panose="020B0200000000000000" pitchFamily="50" charset="-128"/>
                <a:ea typeface="Noto Sans JP" panose="020B0200000000000000" pitchFamily="50" charset="-128"/>
              </a:rPr>
              <a:t>という意味です。</a:t>
            </a:r>
          </a:p>
        </p:txBody>
      </p:sp>
      <p:sp>
        <p:nvSpPr>
          <p:cNvPr id="7" name="正方形/長方形 6">
            <a:extLst>
              <a:ext uri="{FF2B5EF4-FFF2-40B4-BE49-F238E27FC236}">
                <a16:creationId xmlns:a16="http://schemas.microsoft.com/office/drawing/2014/main" id="{CAF8F20B-4871-6762-F4F0-438D78CCF519}"/>
              </a:ext>
            </a:extLst>
          </p:cNvPr>
          <p:cNvSpPr/>
          <p:nvPr/>
        </p:nvSpPr>
        <p:spPr>
          <a:xfrm>
            <a:off x="5156200" y="2204484"/>
            <a:ext cx="2847931" cy="688061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2400" b="1" dirty="0">
                <a:latin typeface="Noto Sans JP" panose="020B0200000000000000" pitchFamily="50" charset="-128"/>
                <a:ea typeface="Noto Sans JP" panose="020B0200000000000000" pitchFamily="50" charset="-128"/>
              </a:rPr>
              <a:t> コードの動き</a:t>
            </a:r>
          </a:p>
        </p:txBody>
      </p:sp>
    </p:spTree>
    <p:extLst>
      <p:ext uri="{BB962C8B-B14F-4D97-AF65-F5344CB8AC3E}">
        <p14:creationId xmlns:p14="http://schemas.microsoft.com/office/powerpoint/2010/main" val="95816289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7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292859E-FFC5-346A-2CEE-D7BE3677AD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図 6">
            <a:extLst>
              <a:ext uri="{FF2B5EF4-FFF2-40B4-BE49-F238E27FC236}">
                <a16:creationId xmlns:a16="http://schemas.microsoft.com/office/drawing/2014/main" id="{17860C3B-F95D-FD36-7D42-00EA1C21AB1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2775" y="1646056"/>
            <a:ext cx="14645647" cy="7701144"/>
          </a:xfrm>
          <a:prstGeom prst="rect">
            <a:avLst/>
          </a:prstGeom>
        </p:spPr>
      </p:pic>
      <p:sp>
        <p:nvSpPr>
          <p:cNvPr id="8" name="タイトル 7">
            <a:extLst>
              <a:ext uri="{FF2B5EF4-FFF2-40B4-BE49-F238E27FC236}">
                <a16:creationId xmlns:a16="http://schemas.microsoft.com/office/drawing/2014/main" id="{2BC2A0DD-2AF9-A423-07BE-DF833AD8A8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2775" y="348253"/>
            <a:ext cx="17646914" cy="770016"/>
          </a:xfrm>
        </p:spPr>
        <p:txBody>
          <a:bodyPr/>
          <a:lstStyle/>
          <a:p>
            <a:r>
              <a:rPr lang="en-US" altLang="ja-JP" dirty="0">
                <a:solidFill>
                  <a:schemeClr val="bg1"/>
                </a:solidFill>
                <a:latin typeface="Noto Sans JP" panose="020B0200000000000000" pitchFamily="50" charset="-128"/>
                <a:ea typeface="Noto Sans JP" panose="020B0200000000000000" pitchFamily="50" charset="-128"/>
              </a:rPr>
              <a:t>19.zip</a:t>
            </a:r>
            <a:r>
              <a:rPr lang="ja-JP" altLang="en-US" dirty="0">
                <a:solidFill>
                  <a:schemeClr val="bg1"/>
                </a:solidFill>
                <a:latin typeface="Noto Sans JP" panose="020B0200000000000000" pitchFamily="50" charset="-128"/>
                <a:ea typeface="Noto Sans JP" panose="020B0200000000000000" pitchFamily="50" charset="-128"/>
              </a:rPr>
              <a:t>とアンパック</a:t>
            </a:r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A6C74305-D766-F776-CFD3-D11DAA427E3A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altLang="ja-JP" sz="2400" dirty="0">
                <a:latin typeface="Noto Sans JP" panose="020B0200000000000000" pitchFamily="50" charset="-128"/>
                <a:ea typeface="Noto Sans JP" panose="020B0200000000000000" pitchFamily="50" charset="-128"/>
              </a:rPr>
              <a:t>Prime Study </a:t>
            </a:r>
            <a:r>
              <a:rPr lang="ja-JP" altLang="en-US" sz="2400" dirty="0">
                <a:latin typeface="Noto Sans JP" panose="020B0200000000000000" pitchFamily="50" charset="-128"/>
                <a:ea typeface="Noto Sans JP" panose="020B0200000000000000" pitchFamily="50" charset="-128"/>
              </a:rPr>
              <a:t>第</a:t>
            </a:r>
            <a:r>
              <a:rPr lang="en-US" altLang="ja-JP" sz="2400" dirty="0">
                <a:latin typeface="Noto Sans JP" panose="020B0200000000000000" pitchFamily="50" charset="-128"/>
                <a:ea typeface="Noto Sans JP" panose="020B0200000000000000" pitchFamily="50" charset="-128"/>
              </a:rPr>
              <a:t>2</a:t>
            </a:r>
            <a:r>
              <a:rPr lang="ja-JP" altLang="en-US" sz="2400" dirty="0">
                <a:latin typeface="Noto Sans JP" panose="020B0200000000000000" pitchFamily="50" charset="-128"/>
                <a:ea typeface="Noto Sans JP" panose="020B0200000000000000" pitchFamily="50" charset="-128"/>
              </a:rPr>
              <a:t>回</a:t>
            </a:r>
            <a:endParaRPr lang="en-US" altLang="ja-JP" sz="2400" dirty="0">
              <a:latin typeface="Noto Sans JP" panose="020B0200000000000000" pitchFamily="50" charset="-128"/>
              <a:ea typeface="Noto Sans JP" panose="020B0200000000000000" pitchFamily="50" charset="-128"/>
            </a:endParaRPr>
          </a:p>
        </p:txBody>
      </p:sp>
      <p:sp>
        <p:nvSpPr>
          <p:cNvPr id="5" name="楕円 4">
            <a:extLst>
              <a:ext uri="{FF2B5EF4-FFF2-40B4-BE49-F238E27FC236}">
                <a16:creationId xmlns:a16="http://schemas.microsoft.com/office/drawing/2014/main" id="{0A021938-3117-7251-8F61-013C6987D647}"/>
              </a:ext>
            </a:extLst>
          </p:cNvPr>
          <p:cNvSpPr/>
          <p:nvPr/>
        </p:nvSpPr>
        <p:spPr>
          <a:xfrm>
            <a:off x="764094" y="5210342"/>
            <a:ext cx="419100" cy="419100"/>
          </a:xfrm>
          <a:prstGeom prst="ellipse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4050"/>
          </a:p>
        </p:txBody>
      </p:sp>
      <p:sp>
        <p:nvSpPr>
          <p:cNvPr id="16" name="正方形/長方形 15">
            <a:extLst>
              <a:ext uri="{FF2B5EF4-FFF2-40B4-BE49-F238E27FC236}">
                <a16:creationId xmlns:a16="http://schemas.microsoft.com/office/drawing/2014/main" id="{2E80DFD3-0FD1-40F5-6E12-51E75A6E79E0}"/>
              </a:ext>
            </a:extLst>
          </p:cNvPr>
          <p:cNvSpPr/>
          <p:nvPr/>
        </p:nvSpPr>
        <p:spPr>
          <a:xfrm>
            <a:off x="598975" y="3908682"/>
            <a:ext cx="4849325" cy="1029467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4050"/>
          </a:p>
        </p:txBody>
      </p:sp>
      <p:cxnSp>
        <p:nvCxnSpPr>
          <p:cNvPr id="18" name="直線矢印コネクタ 17">
            <a:extLst>
              <a:ext uri="{FF2B5EF4-FFF2-40B4-BE49-F238E27FC236}">
                <a16:creationId xmlns:a16="http://schemas.microsoft.com/office/drawing/2014/main" id="{000132F1-09DE-7AF1-E263-78C53AC36BE0}"/>
              </a:ext>
            </a:extLst>
          </p:cNvPr>
          <p:cNvCxnSpPr>
            <a:cxnSpLocks/>
          </p:cNvCxnSpPr>
          <p:nvPr/>
        </p:nvCxnSpPr>
        <p:spPr>
          <a:xfrm flipH="1">
            <a:off x="5675860" y="3828515"/>
            <a:ext cx="2219911" cy="53340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正方形/長方形 19">
            <a:extLst>
              <a:ext uri="{FF2B5EF4-FFF2-40B4-BE49-F238E27FC236}">
                <a16:creationId xmlns:a16="http://schemas.microsoft.com/office/drawing/2014/main" id="{F2476596-6BE5-4F82-23E0-902EBD51A9B9}"/>
              </a:ext>
            </a:extLst>
          </p:cNvPr>
          <p:cNvSpPr/>
          <p:nvPr/>
        </p:nvSpPr>
        <p:spPr>
          <a:xfrm>
            <a:off x="8088823" y="3367350"/>
            <a:ext cx="2488470" cy="533400"/>
          </a:xfrm>
          <a:prstGeom prst="rect">
            <a:avLst/>
          </a:prstGeom>
          <a:solidFill>
            <a:srgbClr val="1F1F1F"/>
          </a:solidFill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2800" dirty="0">
                <a:solidFill>
                  <a:schemeClr val="bg1"/>
                </a:solidFill>
                <a:latin typeface="Noto Sans JP" panose="020B0200000000000000" pitchFamily="50" charset="-128"/>
                <a:ea typeface="Noto Sans JP" panose="020B0200000000000000" pitchFamily="50" charset="-128"/>
              </a:rPr>
              <a:t>通常の</a:t>
            </a:r>
            <a:r>
              <a:rPr kumimoji="1" lang="en-US" altLang="ja-JP" sz="2800" dirty="0">
                <a:solidFill>
                  <a:schemeClr val="bg1"/>
                </a:solidFill>
                <a:latin typeface="Noto Sans JP" panose="020B0200000000000000" pitchFamily="50" charset="-128"/>
                <a:ea typeface="Noto Sans JP" panose="020B0200000000000000" pitchFamily="50" charset="-128"/>
              </a:rPr>
              <a:t>for</a:t>
            </a:r>
            <a:r>
              <a:rPr kumimoji="1" lang="ja-JP" altLang="en-US" sz="2800" dirty="0">
                <a:solidFill>
                  <a:schemeClr val="bg1"/>
                </a:solidFill>
                <a:latin typeface="Noto Sans JP" panose="020B0200000000000000" pitchFamily="50" charset="-128"/>
                <a:ea typeface="Noto Sans JP" panose="020B0200000000000000" pitchFamily="50" charset="-128"/>
              </a:rPr>
              <a:t>文</a:t>
            </a:r>
          </a:p>
        </p:txBody>
      </p:sp>
      <p:sp>
        <p:nvSpPr>
          <p:cNvPr id="21" name="正方形/長方形 20">
            <a:extLst>
              <a:ext uri="{FF2B5EF4-FFF2-40B4-BE49-F238E27FC236}">
                <a16:creationId xmlns:a16="http://schemas.microsoft.com/office/drawing/2014/main" id="{2CF0DB0F-453D-8D3F-B7B5-0739A6688439}"/>
              </a:ext>
            </a:extLst>
          </p:cNvPr>
          <p:cNvSpPr/>
          <p:nvPr/>
        </p:nvSpPr>
        <p:spPr>
          <a:xfrm>
            <a:off x="8103337" y="3900750"/>
            <a:ext cx="10042148" cy="4212911"/>
          </a:xfrm>
          <a:prstGeom prst="rect">
            <a:avLst/>
          </a:prstGeom>
          <a:solidFill>
            <a:srgbClr val="1F1F1F"/>
          </a:solidFill>
          <a:ln w="38100">
            <a:solidFill>
              <a:srgbClr val="1F1F1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kumimoji="1" lang="ja-JP" altLang="en-US" sz="2800" dirty="0">
              <a:solidFill>
                <a:schemeClr val="tx1"/>
              </a:solidFill>
              <a:latin typeface="Noto Sans JP" panose="020B0200000000000000" pitchFamily="50" charset="-128"/>
              <a:ea typeface="Noto Sans JP" panose="020B0200000000000000" pitchFamily="50" charset="-128"/>
            </a:endParaRPr>
          </a:p>
        </p:txBody>
      </p:sp>
      <p:pic>
        <p:nvPicPr>
          <p:cNvPr id="4" name="図 3">
            <a:extLst>
              <a:ext uri="{FF2B5EF4-FFF2-40B4-BE49-F238E27FC236}">
                <a16:creationId xmlns:a16="http://schemas.microsoft.com/office/drawing/2014/main" id="{B879758F-7354-764E-61A5-7F6847C5282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67437" y="4140044"/>
            <a:ext cx="8773749" cy="37343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2600440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23408CC-B15F-3EAA-9A86-8C400C5A24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図 6">
            <a:extLst>
              <a:ext uri="{FF2B5EF4-FFF2-40B4-BE49-F238E27FC236}">
                <a16:creationId xmlns:a16="http://schemas.microsoft.com/office/drawing/2014/main" id="{AFC02DC1-1174-F17E-7701-4849CBCB963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2775" y="1646056"/>
            <a:ext cx="14645647" cy="7701144"/>
          </a:xfrm>
          <a:prstGeom prst="rect">
            <a:avLst/>
          </a:prstGeom>
        </p:spPr>
      </p:pic>
      <p:sp>
        <p:nvSpPr>
          <p:cNvPr id="8" name="タイトル 7">
            <a:extLst>
              <a:ext uri="{FF2B5EF4-FFF2-40B4-BE49-F238E27FC236}">
                <a16:creationId xmlns:a16="http://schemas.microsoft.com/office/drawing/2014/main" id="{4BE32417-D3B8-8A25-7E2E-C59AA528AA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2775" y="348253"/>
            <a:ext cx="17646914" cy="770016"/>
          </a:xfrm>
        </p:spPr>
        <p:txBody>
          <a:bodyPr/>
          <a:lstStyle/>
          <a:p>
            <a:r>
              <a:rPr lang="en-US" altLang="ja-JP" dirty="0">
                <a:solidFill>
                  <a:schemeClr val="bg1"/>
                </a:solidFill>
                <a:latin typeface="Noto Sans JP" panose="020B0200000000000000" pitchFamily="50" charset="-128"/>
                <a:ea typeface="Noto Sans JP" panose="020B0200000000000000" pitchFamily="50" charset="-128"/>
              </a:rPr>
              <a:t>19.zip</a:t>
            </a:r>
            <a:r>
              <a:rPr lang="ja-JP" altLang="en-US" dirty="0">
                <a:solidFill>
                  <a:schemeClr val="bg1"/>
                </a:solidFill>
                <a:latin typeface="Noto Sans JP" panose="020B0200000000000000" pitchFamily="50" charset="-128"/>
                <a:ea typeface="Noto Sans JP" panose="020B0200000000000000" pitchFamily="50" charset="-128"/>
              </a:rPr>
              <a:t>とアンパック</a:t>
            </a:r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BDF367DB-24B9-97C8-D1F1-A385FA99CC44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altLang="ja-JP" sz="2400" dirty="0">
                <a:latin typeface="Noto Sans JP" panose="020B0200000000000000" pitchFamily="50" charset="-128"/>
                <a:ea typeface="Noto Sans JP" panose="020B0200000000000000" pitchFamily="50" charset="-128"/>
              </a:rPr>
              <a:t>Prime Study </a:t>
            </a:r>
            <a:r>
              <a:rPr lang="ja-JP" altLang="en-US" sz="2400" dirty="0">
                <a:latin typeface="Noto Sans JP" panose="020B0200000000000000" pitchFamily="50" charset="-128"/>
                <a:ea typeface="Noto Sans JP" panose="020B0200000000000000" pitchFamily="50" charset="-128"/>
              </a:rPr>
              <a:t>第</a:t>
            </a:r>
            <a:r>
              <a:rPr lang="en-US" altLang="ja-JP" sz="2400" dirty="0">
                <a:latin typeface="Noto Sans JP" panose="020B0200000000000000" pitchFamily="50" charset="-128"/>
                <a:ea typeface="Noto Sans JP" panose="020B0200000000000000" pitchFamily="50" charset="-128"/>
              </a:rPr>
              <a:t>2</a:t>
            </a:r>
            <a:r>
              <a:rPr lang="ja-JP" altLang="en-US" sz="2400" dirty="0">
                <a:latin typeface="Noto Sans JP" panose="020B0200000000000000" pitchFamily="50" charset="-128"/>
                <a:ea typeface="Noto Sans JP" panose="020B0200000000000000" pitchFamily="50" charset="-128"/>
              </a:rPr>
              <a:t>回</a:t>
            </a:r>
            <a:endParaRPr lang="en-US" altLang="ja-JP" sz="2400" dirty="0">
              <a:latin typeface="Noto Sans JP" panose="020B0200000000000000" pitchFamily="50" charset="-128"/>
              <a:ea typeface="Noto Sans JP" panose="020B0200000000000000" pitchFamily="50" charset="-128"/>
            </a:endParaRPr>
          </a:p>
        </p:txBody>
      </p:sp>
      <p:sp>
        <p:nvSpPr>
          <p:cNvPr id="5" name="楕円 4">
            <a:extLst>
              <a:ext uri="{FF2B5EF4-FFF2-40B4-BE49-F238E27FC236}">
                <a16:creationId xmlns:a16="http://schemas.microsoft.com/office/drawing/2014/main" id="{2A9D9DF9-1265-92A3-1C59-6AEE650CE329}"/>
              </a:ext>
            </a:extLst>
          </p:cNvPr>
          <p:cNvSpPr/>
          <p:nvPr/>
        </p:nvSpPr>
        <p:spPr>
          <a:xfrm>
            <a:off x="764094" y="5210342"/>
            <a:ext cx="419100" cy="419100"/>
          </a:xfrm>
          <a:prstGeom prst="ellipse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4050"/>
          </a:p>
        </p:txBody>
      </p:sp>
      <p:sp>
        <p:nvSpPr>
          <p:cNvPr id="16" name="正方形/長方形 15">
            <a:extLst>
              <a:ext uri="{FF2B5EF4-FFF2-40B4-BE49-F238E27FC236}">
                <a16:creationId xmlns:a16="http://schemas.microsoft.com/office/drawing/2014/main" id="{EB397F03-0587-BFDD-5047-6F1D1B545704}"/>
              </a:ext>
            </a:extLst>
          </p:cNvPr>
          <p:cNvSpPr/>
          <p:nvPr/>
        </p:nvSpPr>
        <p:spPr>
          <a:xfrm>
            <a:off x="598975" y="4305300"/>
            <a:ext cx="4849325" cy="266700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4050"/>
          </a:p>
        </p:txBody>
      </p:sp>
      <p:cxnSp>
        <p:nvCxnSpPr>
          <p:cNvPr id="18" name="直線矢印コネクタ 17">
            <a:extLst>
              <a:ext uri="{FF2B5EF4-FFF2-40B4-BE49-F238E27FC236}">
                <a16:creationId xmlns:a16="http://schemas.microsoft.com/office/drawing/2014/main" id="{01078629-329D-ABAF-FAB6-9709EBE87D3C}"/>
              </a:ext>
            </a:extLst>
          </p:cNvPr>
          <p:cNvCxnSpPr>
            <a:cxnSpLocks/>
            <a:stCxn id="20" idx="1"/>
          </p:cNvCxnSpPr>
          <p:nvPr/>
        </p:nvCxnSpPr>
        <p:spPr>
          <a:xfrm flipH="1">
            <a:off x="5689600" y="3634050"/>
            <a:ext cx="2413737" cy="794487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正方形/長方形 19">
            <a:extLst>
              <a:ext uri="{FF2B5EF4-FFF2-40B4-BE49-F238E27FC236}">
                <a16:creationId xmlns:a16="http://schemas.microsoft.com/office/drawing/2014/main" id="{9C5F225F-647E-A4C8-066E-9C4C786A49BA}"/>
              </a:ext>
            </a:extLst>
          </p:cNvPr>
          <p:cNvSpPr/>
          <p:nvPr/>
        </p:nvSpPr>
        <p:spPr>
          <a:xfrm>
            <a:off x="8103337" y="3367350"/>
            <a:ext cx="5334258" cy="533400"/>
          </a:xfrm>
          <a:prstGeom prst="rect">
            <a:avLst/>
          </a:prstGeom>
          <a:solidFill>
            <a:srgbClr val="FF0000"/>
          </a:solidFill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3200" dirty="0">
                <a:solidFill>
                  <a:schemeClr val="bg1"/>
                </a:solidFill>
                <a:latin typeface="Noto Sans JP" panose="020B0200000000000000" pitchFamily="50" charset="-128"/>
                <a:ea typeface="Noto Sans JP" panose="020B0200000000000000" pitchFamily="50" charset="-128"/>
              </a:rPr>
              <a:t>なにをしているコード？</a:t>
            </a:r>
          </a:p>
        </p:txBody>
      </p:sp>
      <p:sp>
        <p:nvSpPr>
          <p:cNvPr id="21" name="正方形/長方形 20">
            <a:extLst>
              <a:ext uri="{FF2B5EF4-FFF2-40B4-BE49-F238E27FC236}">
                <a16:creationId xmlns:a16="http://schemas.microsoft.com/office/drawing/2014/main" id="{B057E3CB-7497-E292-5E36-0BCC4815CCEA}"/>
              </a:ext>
            </a:extLst>
          </p:cNvPr>
          <p:cNvSpPr/>
          <p:nvPr/>
        </p:nvSpPr>
        <p:spPr>
          <a:xfrm>
            <a:off x="8103337" y="3900750"/>
            <a:ext cx="10042148" cy="5097622"/>
          </a:xfrm>
          <a:prstGeom prst="rect">
            <a:avLst/>
          </a:prstGeom>
          <a:solidFill>
            <a:schemeClr val="bg1"/>
          </a:solidFill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kumimoji="1" lang="ja-JP" altLang="en-US" sz="2800" dirty="0">
                <a:solidFill>
                  <a:schemeClr val="tx1"/>
                </a:solidFill>
                <a:latin typeface="Noto Sans JP" panose="020B0200000000000000" pitchFamily="50" charset="-128"/>
                <a:ea typeface="Noto Sans JP" panose="020B0200000000000000" pitchFamily="50" charset="-128"/>
              </a:rPr>
              <a:t>行列の転置（行と列を入れ替える）をしている処理です。</a:t>
            </a:r>
          </a:p>
          <a:p>
            <a:endParaRPr kumimoji="1" lang="ja-JP" altLang="en-US" sz="2800" dirty="0">
              <a:solidFill>
                <a:schemeClr val="tx1"/>
              </a:solidFill>
              <a:latin typeface="Noto Sans JP" panose="020B0200000000000000" pitchFamily="50" charset="-128"/>
              <a:ea typeface="Noto Sans JP" panose="020B0200000000000000" pitchFamily="50" charset="-128"/>
            </a:endParaRPr>
          </a:p>
          <a:p>
            <a:r>
              <a:rPr kumimoji="1" lang="ja-JP" altLang="en-US" sz="2800" dirty="0">
                <a:solidFill>
                  <a:schemeClr val="tx1"/>
                </a:solidFill>
                <a:latin typeface="Noto Sans JP" panose="020B0200000000000000" pitchFamily="50" charset="-128"/>
                <a:ea typeface="Noto Sans JP" panose="020B0200000000000000" pitchFamily="50" charset="-128"/>
              </a:rPr>
              <a:t>つまり</a:t>
            </a:r>
            <a:r>
              <a:rPr kumimoji="1" lang="en-US" altLang="ja-JP" sz="2800" dirty="0">
                <a:solidFill>
                  <a:schemeClr val="tx1"/>
                </a:solidFill>
                <a:latin typeface="Noto Sans JP" panose="020B0200000000000000" pitchFamily="50" charset="-128"/>
                <a:ea typeface="Noto Sans JP" panose="020B0200000000000000" pitchFamily="50" charset="-128"/>
              </a:rPr>
              <a:t>…</a:t>
            </a:r>
            <a:endParaRPr kumimoji="1" lang="ja-JP" altLang="en-US" sz="2800" dirty="0">
              <a:solidFill>
                <a:schemeClr val="tx1"/>
              </a:solidFill>
              <a:latin typeface="Noto Sans JP" panose="020B0200000000000000" pitchFamily="50" charset="-128"/>
              <a:ea typeface="Noto Sans JP" panose="020B0200000000000000" pitchFamily="50" charset="-128"/>
            </a:endParaRPr>
          </a:p>
          <a:p>
            <a:endParaRPr kumimoji="1" lang="ja-JP" altLang="en-US" sz="2800" dirty="0">
              <a:solidFill>
                <a:schemeClr val="tx1"/>
              </a:solidFill>
              <a:latin typeface="Noto Sans JP" panose="020B0200000000000000" pitchFamily="50" charset="-128"/>
              <a:ea typeface="Noto Sans JP" panose="020B0200000000000000" pitchFamily="50" charset="-128"/>
            </a:endParaRPr>
          </a:p>
          <a:p>
            <a:r>
              <a:rPr kumimoji="1" lang="en-US" altLang="ja-JP" sz="2800" dirty="0" err="1">
                <a:solidFill>
                  <a:schemeClr val="bg1"/>
                </a:solidFill>
                <a:highlight>
                  <a:srgbClr val="FF0000"/>
                </a:highlight>
                <a:latin typeface="Noto Sans JP" panose="020B0200000000000000" pitchFamily="50" charset="-128"/>
                <a:ea typeface="Noto Sans JP" panose="020B0200000000000000" pitchFamily="50" charset="-128"/>
              </a:rPr>
              <a:t>i</a:t>
            </a:r>
            <a:r>
              <a:rPr kumimoji="1" lang="en-US" altLang="ja-JP" sz="2800" dirty="0">
                <a:solidFill>
                  <a:schemeClr val="bg1"/>
                </a:solidFill>
                <a:highlight>
                  <a:srgbClr val="FF0000"/>
                </a:highlight>
                <a:latin typeface="Noto Sans JP" panose="020B0200000000000000" pitchFamily="50" charset="-128"/>
                <a:ea typeface="Noto Sans JP" panose="020B0200000000000000" pitchFamily="50" charset="-128"/>
              </a:rPr>
              <a:t>=0 </a:t>
            </a:r>
            <a:r>
              <a:rPr kumimoji="1" lang="ja-JP" altLang="en-US" sz="2800" dirty="0">
                <a:solidFill>
                  <a:schemeClr val="tx1"/>
                </a:solidFill>
                <a:latin typeface="Noto Sans JP" panose="020B0200000000000000" pitchFamily="50" charset="-128"/>
                <a:ea typeface="Noto Sans JP" panose="020B0200000000000000" pitchFamily="50" charset="-128"/>
              </a:rPr>
              <a:t>のとき、</a:t>
            </a:r>
            <a:r>
              <a:rPr kumimoji="1" lang="en-US" altLang="ja-JP" sz="2800" dirty="0">
                <a:solidFill>
                  <a:schemeClr val="tx1"/>
                </a:solidFill>
                <a:latin typeface="Noto Sans JP" panose="020B0200000000000000" pitchFamily="50" charset="-128"/>
                <a:ea typeface="Noto Sans JP" panose="020B0200000000000000" pitchFamily="50" charset="-128"/>
              </a:rPr>
              <a:t>[row[0] for row in matrix] → [1, 4, 8]</a:t>
            </a:r>
          </a:p>
          <a:p>
            <a:endParaRPr kumimoji="1" lang="en-US" altLang="ja-JP" sz="2800" dirty="0">
              <a:solidFill>
                <a:schemeClr val="tx1"/>
              </a:solidFill>
              <a:latin typeface="Noto Sans JP" panose="020B0200000000000000" pitchFamily="50" charset="-128"/>
              <a:ea typeface="Noto Sans JP" panose="020B0200000000000000" pitchFamily="50" charset="-128"/>
            </a:endParaRPr>
          </a:p>
          <a:p>
            <a:r>
              <a:rPr kumimoji="1" lang="en-US" altLang="ja-JP" sz="2800" dirty="0" err="1">
                <a:solidFill>
                  <a:schemeClr val="bg1"/>
                </a:solidFill>
                <a:highlight>
                  <a:srgbClr val="FF0000"/>
                </a:highlight>
                <a:latin typeface="Noto Sans JP" panose="020B0200000000000000" pitchFamily="50" charset="-128"/>
                <a:ea typeface="Noto Sans JP" panose="020B0200000000000000" pitchFamily="50" charset="-128"/>
              </a:rPr>
              <a:t>i</a:t>
            </a:r>
            <a:r>
              <a:rPr kumimoji="1" lang="en-US" altLang="ja-JP" sz="2800" dirty="0">
                <a:solidFill>
                  <a:schemeClr val="bg1"/>
                </a:solidFill>
                <a:highlight>
                  <a:srgbClr val="FF0000"/>
                </a:highlight>
                <a:latin typeface="Noto Sans JP" panose="020B0200000000000000" pitchFamily="50" charset="-128"/>
                <a:ea typeface="Noto Sans JP" panose="020B0200000000000000" pitchFamily="50" charset="-128"/>
              </a:rPr>
              <a:t>=1 </a:t>
            </a:r>
            <a:r>
              <a:rPr kumimoji="1" lang="ja-JP" altLang="en-US" sz="2800" dirty="0">
                <a:solidFill>
                  <a:schemeClr val="tx1"/>
                </a:solidFill>
                <a:latin typeface="Noto Sans JP" panose="020B0200000000000000" pitchFamily="50" charset="-128"/>
                <a:ea typeface="Noto Sans JP" panose="020B0200000000000000" pitchFamily="50" charset="-128"/>
              </a:rPr>
              <a:t>のとき、</a:t>
            </a:r>
            <a:r>
              <a:rPr kumimoji="1" lang="en-US" altLang="ja-JP" sz="2800" dirty="0">
                <a:solidFill>
                  <a:schemeClr val="tx1"/>
                </a:solidFill>
                <a:latin typeface="Noto Sans JP" panose="020B0200000000000000" pitchFamily="50" charset="-128"/>
                <a:ea typeface="Noto Sans JP" panose="020B0200000000000000" pitchFamily="50" charset="-128"/>
              </a:rPr>
              <a:t>[row[1] for row in matrix] → [3, 9, 27]</a:t>
            </a:r>
          </a:p>
          <a:p>
            <a:endParaRPr kumimoji="1" lang="en-US" altLang="ja-JP" sz="2800" dirty="0">
              <a:solidFill>
                <a:schemeClr val="tx1"/>
              </a:solidFill>
              <a:latin typeface="Noto Sans JP" panose="020B0200000000000000" pitchFamily="50" charset="-128"/>
              <a:ea typeface="Noto Sans JP" panose="020B0200000000000000" pitchFamily="50" charset="-128"/>
            </a:endParaRPr>
          </a:p>
          <a:p>
            <a:r>
              <a:rPr kumimoji="1" lang="en-US" altLang="ja-JP" sz="2800" dirty="0" err="1">
                <a:solidFill>
                  <a:schemeClr val="bg1"/>
                </a:solidFill>
                <a:highlight>
                  <a:srgbClr val="FF0000"/>
                </a:highlight>
                <a:latin typeface="Noto Sans JP" panose="020B0200000000000000" pitchFamily="50" charset="-128"/>
                <a:ea typeface="Noto Sans JP" panose="020B0200000000000000" pitchFamily="50" charset="-128"/>
              </a:rPr>
              <a:t>i</a:t>
            </a:r>
            <a:r>
              <a:rPr kumimoji="1" lang="en-US" altLang="ja-JP" sz="2800" dirty="0">
                <a:solidFill>
                  <a:schemeClr val="bg1"/>
                </a:solidFill>
                <a:highlight>
                  <a:srgbClr val="FF0000"/>
                </a:highlight>
                <a:latin typeface="Noto Sans JP" panose="020B0200000000000000" pitchFamily="50" charset="-128"/>
                <a:ea typeface="Noto Sans JP" panose="020B0200000000000000" pitchFamily="50" charset="-128"/>
              </a:rPr>
              <a:t>=2 </a:t>
            </a:r>
            <a:r>
              <a:rPr kumimoji="1" lang="ja-JP" altLang="en-US" sz="2800" dirty="0">
                <a:solidFill>
                  <a:schemeClr val="tx1"/>
                </a:solidFill>
                <a:latin typeface="Noto Sans JP" panose="020B0200000000000000" pitchFamily="50" charset="-128"/>
                <a:ea typeface="Noto Sans JP" panose="020B0200000000000000" pitchFamily="50" charset="-128"/>
              </a:rPr>
              <a:t>のとき、</a:t>
            </a:r>
            <a:r>
              <a:rPr kumimoji="1" lang="en-US" altLang="ja-JP" sz="2800" dirty="0">
                <a:solidFill>
                  <a:schemeClr val="tx1"/>
                </a:solidFill>
                <a:latin typeface="Noto Sans JP" panose="020B0200000000000000" pitchFamily="50" charset="-128"/>
                <a:ea typeface="Noto Sans JP" panose="020B0200000000000000" pitchFamily="50" charset="-128"/>
              </a:rPr>
              <a:t>[row[2] for row in matrix] → [5, 25, 125]</a:t>
            </a:r>
          </a:p>
          <a:p>
            <a:endParaRPr kumimoji="1" lang="en-US" altLang="ja-JP" sz="2800" dirty="0">
              <a:solidFill>
                <a:schemeClr val="tx1"/>
              </a:solidFill>
              <a:latin typeface="Noto Sans JP" panose="020B0200000000000000" pitchFamily="50" charset="-128"/>
              <a:ea typeface="Noto Sans JP" panose="020B0200000000000000" pitchFamily="50" charset="-128"/>
            </a:endParaRPr>
          </a:p>
          <a:p>
            <a:r>
              <a:rPr kumimoji="1" lang="ja-JP" altLang="en-US" sz="2800" dirty="0">
                <a:solidFill>
                  <a:schemeClr val="tx1"/>
                </a:solidFill>
                <a:latin typeface="Noto Sans JP" panose="020B0200000000000000" pitchFamily="50" charset="-128"/>
                <a:ea typeface="Noto Sans JP" panose="020B0200000000000000" pitchFamily="50" charset="-128"/>
              </a:rPr>
              <a:t>これをリストにまとめている</a:t>
            </a:r>
          </a:p>
        </p:txBody>
      </p:sp>
    </p:spTree>
    <p:extLst>
      <p:ext uri="{BB962C8B-B14F-4D97-AF65-F5344CB8AC3E}">
        <p14:creationId xmlns:p14="http://schemas.microsoft.com/office/powerpoint/2010/main" val="199608748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2D7DAA7-F449-7DAB-51BF-3A7A589988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図 6">
            <a:extLst>
              <a:ext uri="{FF2B5EF4-FFF2-40B4-BE49-F238E27FC236}">
                <a16:creationId xmlns:a16="http://schemas.microsoft.com/office/drawing/2014/main" id="{59DEEB4C-B2C6-B161-F80E-43724F03DBD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2775" y="1646056"/>
            <a:ext cx="14645647" cy="7701144"/>
          </a:xfrm>
          <a:prstGeom prst="rect">
            <a:avLst/>
          </a:prstGeom>
        </p:spPr>
      </p:pic>
      <p:sp>
        <p:nvSpPr>
          <p:cNvPr id="8" name="タイトル 7">
            <a:extLst>
              <a:ext uri="{FF2B5EF4-FFF2-40B4-BE49-F238E27FC236}">
                <a16:creationId xmlns:a16="http://schemas.microsoft.com/office/drawing/2014/main" id="{34EE9D9F-1B05-875A-CDE6-3900C7CFE6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2775" y="348253"/>
            <a:ext cx="17646914" cy="770016"/>
          </a:xfrm>
        </p:spPr>
        <p:txBody>
          <a:bodyPr/>
          <a:lstStyle/>
          <a:p>
            <a:r>
              <a:rPr lang="en-US" altLang="ja-JP" dirty="0">
                <a:solidFill>
                  <a:schemeClr val="bg1"/>
                </a:solidFill>
                <a:latin typeface="Noto Sans JP" panose="020B0200000000000000" pitchFamily="50" charset="-128"/>
                <a:ea typeface="Noto Sans JP" panose="020B0200000000000000" pitchFamily="50" charset="-128"/>
              </a:rPr>
              <a:t>19.zip</a:t>
            </a:r>
            <a:r>
              <a:rPr lang="ja-JP" altLang="en-US" dirty="0">
                <a:solidFill>
                  <a:schemeClr val="bg1"/>
                </a:solidFill>
                <a:latin typeface="Noto Sans JP" panose="020B0200000000000000" pitchFamily="50" charset="-128"/>
                <a:ea typeface="Noto Sans JP" panose="020B0200000000000000" pitchFamily="50" charset="-128"/>
              </a:rPr>
              <a:t>とアンパック</a:t>
            </a:r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4648C3B8-E8CE-66BA-7D60-55EB77F885C6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altLang="ja-JP" sz="2400" dirty="0">
                <a:latin typeface="Noto Sans JP" panose="020B0200000000000000" pitchFamily="50" charset="-128"/>
                <a:ea typeface="Noto Sans JP" panose="020B0200000000000000" pitchFamily="50" charset="-128"/>
              </a:rPr>
              <a:t>Prime Study </a:t>
            </a:r>
            <a:r>
              <a:rPr lang="ja-JP" altLang="en-US" sz="2400" dirty="0">
                <a:latin typeface="Noto Sans JP" panose="020B0200000000000000" pitchFamily="50" charset="-128"/>
                <a:ea typeface="Noto Sans JP" panose="020B0200000000000000" pitchFamily="50" charset="-128"/>
              </a:rPr>
              <a:t>第</a:t>
            </a:r>
            <a:r>
              <a:rPr lang="en-US" altLang="ja-JP" sz="2400" dirty="0">
                <a:latin typeface="Noto Sans JP" panose="020B0200000000000000" pitchFamily="50" charset="-128"/>
                <a:ea typeface="Noto Sans JP" panose="020B0200000000000000" pitchFamily="50" charset="-128"/>
              </a:rPr>
              <a:t>2</a:t>
            </a:r>
            <a:r>
              <a:rPr lang="ja-JP" altLang="en-US" sz="2400" dirty="0">
                <a:latin typeface="Noto Sans JP" panose="020B0200000000000000" pitchFamily="50" charset="-128"/>
                <a:ea typeface="Noto Sans JP" panose="020B0200000000000000" pitchFamily="50" charset="-128"/>
              </a:rPr>
              <a:t>回</a:t>
            </a:r>
            <a:endParaRPr lang="en-US" altLang="ja-JP" sz="2400" dirty="0">
              <a:latin typeface="Noto Sans JP" panose="020B0200000000000000" pitchFamily="50" charset="-128"/>
              <a:ea typeface="Noto Sans JP" panose="020B0200000000000000" pitchFamily="50" charset="-128"/>
            </a:endParaRPr>
          </a:p>
        </p:txBody>
      </p:sp>
      <p:sp>
        <p:nvSpPr>
          <p:cNvPr id="5" name="楕円 4">
            <a:extLst>
              <a:ext uri="{FF2B5EF4-FFF2-40B4-BE49-F238E27FC236}">
                <a16:creationId xmlns:a16="http://schemas.microsoft.com/office/drawing/2014/main" id="{7D92B4DC-01BA-ED89-225B-391BFEFADACF}"/>
              </a:ext>
            </a:extLst>
          </p:cNvPr>
          <p:cNvSpPr/>
          <p:nvPr/>
        </p:nvSpPr>
        <p:spPr>
          <a:xfrm>
            <a:off x="764094" y="5210342"/>
            <a:ext cx="419100" cy="419100"/>
          </a:xfrm>
          <a:prstGeom prst="ellipse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4050"/>
          </a:p>
        </p:txBody>
      </p:sp>
      <p:sp>
        <p:nvSpPr>
          <p:cNvPr id="14" name="テキスト ボックス 13">
            <a:extLst>
              <a:ext uri="{FF2B5EF4-FFF2-40B4-BE49-F238E27FC236}">
                <a16:creationId xmlns:a16="http://schemas.microsoft.com/office/drawing/2014/main" id="{2A54B988-C855-EA8B-D217-992AF03D5F21}"/>
              </a:ext>
            </a:extLst>
          </p:cNvPr>
          <p:cNvSpPr txBox="1"/>
          <p:nvPr/>
        </p:nvSpPr>
        <p:spPr>
          <a:xfrm>
            <a:off x="6299200" y="2956807"/>
            <a:ext cx="11288668" cy="1433777"/>
          </a:xfrm>
          <a:prstGeom prst="rect">
            <a:avLst/>
          </a:prstGeom>
          <a:solidFill>
            <a:srgbClr val="1F1F1F"/>
          </a:solidFill>
        </p:spPr>
        <p:txBody>
          <a:bodyPr wrap="none" rtlCol="0" anchor="ctr">
            <a:spAutoFit/>
          </a:bodyPr>
          <a:lstStyle/>
          <a:p>
            <a:r>
              <a:rPr kumimoji="1" lang="ja-JP" altLang="en-US" sz="3200" b="1" dirty="0">
                <a:solidFill>
                  <a:schemeClr val="bg1"/>
                </a:solidFill>
                <a:latin typeface="+mj-lt"/>
                <a:ea typeface="A-OTF Shin Go Pro L" panose="020B0300000000000000" pitchFamily="34" charset="-128"/>
              </a:rPr>
              <a:t>*</a:t>
            </a:r>
            <a:r>
              <a:rPr kumimoji="1" lang="en-US" altLang="ja-JP" sz="3200" b="1" dirty="0">
                <a:solidFill>
                  <a:schemeClr val="bg1"/>
                </a:solidFill>
                <a:latin typeface="+mj-lt"/>
                <a:ea typeface="A-OTF Shin Go Pro L" panose="020B0300000000000000" pitchFamily="34" charset="-128"/>
              </a:rPr>
              <a:t>matrix </a:t>
            </a:r>
            <a:r>
              <a:rPr kumimoji="1" lang="ja-JP" altLang="en-US" sz="3200" b="1" dirty="0">
                <a:solidFill>
                  <a:schemeClr val="bg1"/>
                </a:solidFill>
                <a:latin typeface="+mj-lt"/>
                <a:ea typeface="A-OTF Shin Go Pro L" panose="020B0300000000000000" pitchFamily="34" charset="-128"/>
              </a:rPr>
              <a:t>があると → 「列ごと」になる（転置の形）</a:t>
            </a:r>
          </a:p>
          <a:p>
            <a:r>
              <a:rPr kumimoji="1" lang="ja-JP" altLang="en-US" sz="3200" b="1" dirty="0">
                <a:solidFill>
                  <a:schemeClr val="bg1"/>
                </a:solidFill>
                <a:latin typeface="+mj-lt"/>
                <a:ea typeface="A-OTF Shin Go Pro L" panose="020B0300000000000000" pitchFamily="34" charset="-128"/>
              </a:rPr>
              <a:t> </a:t>
            </a:r>
            <a:r>
              <a:rPr kumimoji="1" lang="en-US" altLang="ja-JP" sz="3200" b="1" dirty="0">
                <a:solidFill>
                  <a:schemeClr val="bg1"/>
                </a:solidFill>
                <a:latin typeface="+mj-lt"/>
                <a:ea typeface="A-OTF Shin Go Pro L" panose="020B0300000000000000" pitchFamily="34" charset="-128"/>
              </a:rPr>
              <a:t>matrix </a:t>
            </a:r>
            <a:r>
              <a:rPr kumimoji="1" lang="ja-JP" altLang="en-US" sz="3200" b="1" dirty="0">
                <a:solidFill>
                  <a:schemeClr val="bg1"/>
                </a:solidFill>
                <a:latin typeface="+mj-lt"/>
                <a:ea typeface="A-OTF Shin Go Pro L" panose="020B0300000000000000" pitchFamily="34" charset="-128"/>
              </a:rPr>
              <a:t>のみだと → 「行ごと」になる（一要素タプル化）</a:t>
            </a:r>
          </a:p>
        </p:txBody>
      </p:sp>
    </p:spTree>
    <p:extLst>
      <p:ext uri="{BB962C8B-B14F-4D97-AF65-F5344CB8AC3E}">
        <p14:creationId xmlns:p14="http://schemas.microsoft.com/office/powerpoint/2010/main" val="388186869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69BBBCF-6B05-9D74-EC7C-5A575E57D7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タイトル 7">
            <a:extLst>
              <a:ext uri="{FF2B5EF4-FFF2-40B4-BE49-F238E27FC236}">
                <a16:creationId xmlns:a16="http://schemas.microsoft.com/office/drawing/2014/main" id="{4EFC323A-7E68-8CC9-791B-3EBC2B1FF8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2775" y="348253"/>
            <a:ext cx="17646914" cy="770016"/>
          </a:xfrm>
        </p:spPr>
        <p:txBody>
          <a:bodyPr/>
          <a:lstStyle/>
          <a:p>
            <a:r>
              <a:rPr lang="en-US" altLang="ja-JP" dirty="0">
                <a:solidFill>
                  <a:schemeClr val="bg1"/>
                </a:solidFill>
                <a:latin typeface="Noto Sans JP" panose="020B0200000000000000" pitchFamily="50" charset="-128"/>
                <a:ea typeface="Noto Sans JP" panose="020B0200000000000000" pitchFamily="50" charset="-128"/>
              </a:rPr>
              <a:t>31.</a:t>
            </a:r>
            <a:r>
              <a:rPr lang="ja-JP" altLang="en-US" dirty="0">
                <a:solidFill>
                  <a:schemeClr val="bg1"/>
                </a:solidFill>
                <a:latin typeface="Noto Sans JP" panose="020B0200000000000000" pitchFamily="50" charset="-128"/>
                <a:ea typeface="Noto Sans JP" panose="020B0200000000000000" pitchFamily="50" charset="-128"/>
              </a:rPr>
              <a:t>例外送出</a:t>
            </a:r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577CACBC-0A10-F3A1-A881-430901C030CF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altLang="ja-JP" sz="2400" dirty="0">
                <a:latin typeface="Noto Sans JP" panose="020B0200000000000000" pitchFamily="50" charset="-128"/>
                <a:ea typeface="Noto Sans JP" panose="020B0200000000000000" pitchFamily="50" charset="-128"/>
              </a:rPr>
              <a:t>Prime Study </a:t>
            </a:r>
            <a:r>
              <a:rPr lang="ja-JP" altLang="en-US" sz="2400" dirty="0">
                <a:latin typeface="Noto Sans JP" panose="020B0200000000000000" pitchFamily="50" charset="-128"/>
                <a:ea typeface="Noto Sans JP" panose="020B0200000000000000" pitchFamily="50" charset="-128"/>
              </a:rPr>
              <a:t>第</a:t>
            </a:r>
            <a:r>
              <a:rPr lang="en-US" altLang="ja-JP" sz="2400" dirty="0">
                <a:latin typeface="Noto Sans JP" panose="020B0200000000000000" pitchFamily="50" charset="-128"/>
                <a:ea typeface="Noto Sans JP" panose="020B0200000000000000" pitchFamily="50" charset="-128"/>
              </a:rPr>
              <a:t>2</a:t>
            </a:r>
            <a:r>
              <a:rPr lang="ja-JP" altLang="en-US" sz="2400" dirty="0">
                <a:latin typeface="Noto Sans JP" panose="020B0200000000000000" pitchFamily="50" charset="-128"/>
                <a:ea typeface="Noto Sans JP" panose="020B0200000000000000" pitchFamily="50" charset="-128"/>
              </a:rPr>
              <a:t>回</a:t>
            </a:r>
            <a:endParaRPr lang="en-US" altLang="ja-JP" sz="2400" dirty="0">
              <a:latin typeface="Noto Sans JP" panose="020B0200000000000000" pitchFamily="50" charset="-128"/>
              <a:ea typeface="Noto Sans JP" panose="020B0200000000000000" pitchFamily="50" charset="-128"/>
            </a:endParaRPr>
          </a:p>
        </p:txBody>
      </p:sp>
      <p:sp>
        <p:nvSpPr>
          <p:cNvPr id="5" name="楕円 4">
            <a:extLst>
              <a:ext uri="{FF2B5EF4-FFF2-40B4-BE49-F238E27FC236}">
                <a16:creationId xmlns:a16="http://schemas.microsoft.com/office/drawing/2014/main" id="{B3D131AB-BC46-0BDC-3DB4-EF8156B8559F}"/>
              </a:ext>
            </a:extLst>
          </p:cNvPr>
          <p:cNvSpPr/>
          <p:nvPr/>
        </p:nvSpPr>
        <p:spPr>
          <a:xfrm>
            <a:off x="764094" y="5210342"/>
            <a:ext cx="419100" cy="419100"/>
          </a:xfrm>
          <a:prstGeom prst="ellipse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4050"/>
          </a:p>
        </p:txBody>
      </p:sp>
      <p:pic>
        <p:nvPicPr>
          <p:cNvPr id="17" name="図 16">
            <a:extLst>
              <a:ext uri="{FF2B5EF4-FFF2-40B4-BE49-F238E27FC236}">
                <a16:creationId xmlns:a16="http://schemas.microsoft.com/office/drawing/2014/main" id="{047B9161-3EC1-C43E-77EF-D11431B796D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2775" y="1562036"/>
            <a:ext cx="15146864" cy="914528"/>
          </a:xfrm>
          <a:prstGeom prst="rect">
            <a:avLst/>
          </a:prstGeom>
        </p:spPr>
      </p:pic>
      <p:pic>
        <p:nvPicPr>
          <p:cNvPr id="4" name="図 3">
            <a:extLst>
              <a:ext uri="{FF2B5EF4-FFF2-40B4-BE49-F238E27FC236}">
                <a16:creationId xmlns:a16="http://schemas.microsoft.com/office/drawing/2014/main" id="{C3830470-C6EF-DC01-66B1-26020BDDB9E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2775" y="2476564"/>
            <a:ext cx="15146864" cy="7375351"/>
          </a:xfrm>
          <a:prstGeom prst="rect">
            <a:avLst/>
          </a:prstGeom>
        </p:spPr>
      </p:pic>
      <p:pic>
        <p:nvPicPr>
          <p:cNvPr id="9" name="図 8">
            <a:extLst>
              <a:ext uri="{FF2B5EF4-FFF2-40B4-BE49-F238E27FC236}">
                <a16:creationId xmlns:a16="http://schemas.microsoft.com/office/drawing/2014/main" id="{0F2CFC3D-7FC7-25B1-2DD1-DCC2CB7477A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030639" y="5596615"/>
            <a:ext cx="4734586" cy="4124901"/>
          </a:xfrm>
          <a:prstGeom prst="rect">
            <a:avLst/>
          </a:prstGeom>
          <a:ln w="38100">
            <a:solidFill>
              <a:srgbClr val="0066FF"/>
            </a:solidFill>
          </a:ln>
        </p:spPr>
      </p:pic>
      <p:pic>
        <p:nvPicPr>
          <p:cNvPr id="11" name="図 10">
            <a:extLst>
              <a:ext uri="{FF2B5EF4-FFF2-40B4-BE49-F238E27FC236}">
                <a16:creationId xmlns:a16="http://schemas.microsoft.com/office/drawing/2014/main" id="{40B8C608-A5C5-4C2E-7BC3-76876452D1A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6564907" y="2476564"/>
            <a:ext cx="1200318" cy="1267002"/>
          </a:xfrm>
          <a:prstGeom prst="rect">
            <a:avLst/>
          </a:prstGeom>
          <a:ln w="28575">
            <a:solidFill>
              <a:schemeClr val="tx1"/>
            </a:solidFill>
          </a:ln>
        </p:spPr>
      </p:pic>
      <p:sp>
        <p:nvSpPr>
          <p:cNvPr id="13" name="正方形/長方形 12">
            <a:extLst>
              <a:ext uri="{FF2B5EF4-FFF2-40B4-BE49-F238E27FC236}">
                <a16:creationId xmlns:a16="http://schemas.microsoft.com/office/drawing/2014/main" id="{145A44A6-796F-79A1-E488-ADF7A0EFD8E1}"/>
              </a:ext>
            </a:extLst>
          </p:cNvPr>
          <p:cNvSpPr/>
          <p:nvPr/>
        </p:nvSpPr>
        <p:spPr>
          <a:xfrm>
            <a:off x="948244" y="3200400"/>
            <a:ext cx="512256" cy="330200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4050"/>
          </a:p>
        </p:txBody>
      </p:sp>
      <p:sp>
        <p:nvSpPr>
          <p:cNvPr id="16" name="正方形/長方形 15">
            <a:extLst>
              <a:ext uri="{FF2B5EF4-FFF2-40B4-BE49-F238E27FC236}">
                <a16:creationId xmlns:a16="http://schemas.microsoft.com/office/drawing/2014/main" id="{0A220CB3-4358-F534-F820-53E03C6EB65C}"/>
              </a:ext>
            </a:extLst>
          </p:cNvPr>
          <p:cNvSpPr/>
          <p:nvPr/>
        </p:nvSpPr>
        <p:spPr>
          <a:xfrm>
            <a:off x="1581552" y="4575645"/>
            <a:ext cx="998241" cy="330200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4050"/>
          </a:p>
        </p:txBody>
      </p:sp>
      <p:sp>
        <p:nvSpPr>
          <p:cNvPr id="18" name="正方形/長方形 17">
            <a:extLst>
              <a:ext uri="{FF2B5EF4-FFF2-40B4-BE49-F238E27FC236}">
                <a16:creationId xmlns:a16="http://schemas.microsoft.com/office/drawing/2014/main" id="{0DE282AB-F8FE-7BDE-A31F-237D03D3BEB9}"/>
              </a:ext>
            </a:extLst>
          </p:cNvPr>
          <p:cNvSpPr/>
          <p:nvPr/>
        </p:nvSpPr>
        <p:spPr>
          <a:xfrm>
            <a:off x="1918056" y="2869531"/>
            <a:ext cx="998241" cy="330200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4050"/>
          </a:p>
        </p:txBody>
      </p:sp>
      <p:sp>
        <p:nvSpPr>
          <p:cNvPr id="19" name="矢印: 右 18">
            <a:extLst>
              <a:ext uri="{FF2B5EF4-FFF2-40B4-BE49-F238E27FC236}">
                <a16:creationId xmlns:a16="http://schemas.microsoft.com/office/drawing/2014/main" id="{38945112-408A-37AD-3768-7C8583FBF45F}"/>
              </a:ext>
            </a:extLst>
          </p:cNvPr>
          <p:cNvSpPr/>
          <p:nvPr/>
        </p:nvSpPr>
        <p:spPr>
          <a:xfrm>
            <a:off x="3141224" y="2831431"/>
            <a:ext cx="1645733" cy="217975"/>
          </a:xfrm>
          <a:prstGeom prst="rightArrow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4050"/>
          </a:p>
        </p:txBody>
      </p:sp>
      <p:sp>
        <p:nvSpPr>
          <p:cNvPr id="20" name="テキスト ボックス 19">
            <a:extLst>
              <a:ext uri="{FF2B5EF4-FFF2-40B4-BE49-F238E27FC236}">
                <a16:creationId xmlns:a16="http://schemas.microsoft.com/office/drawing/2014/main" id="{177C6118-DE0B-4DEE-EC58-74343E1140FF}"/>
              </a:ext>
            </a:extLst>
          </p:cNvPr>
          <p:cNvSpPr txBox="1"/>
          <p:nvPr/>
        </p:nvSpPr>
        <p:spPr>
          <a:xfrm>
            <a:off x="4870934" y="2627943"/>
            <a:ext cx="9257663" cy="707886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txBody>
          <a:bodyPr wrap="none" rtlCol="0">
            <a:spAutoFit/>
          </a:bodyPr>
          <a:lstStyle/>
          <a:p>
            <a:r>
              <a:rPr kumimoji="1" lang="ja-JP" altLang="en-US" sz="2000" dirty="0">
                <a:solidFill>
                  <a:schemeClr val="tx1">
                    <a:lumMod val="85000"/>
                    <a:lumOff val="15000"/>
                  </a:schemeClr>
                </a:solidFill>
                <a:latin typeface="Noto Sans JP" panose="020B0200000000000000" pitchFamily="50" charset="-128"/>
                <a:ea typeface="Noto Sans JP" panose="020B0200000000000000" pitchFamily="50" charset="-128"/>
              </a:rPr>
              <a:t>独自の例外クラス </a:t>
            </a:r>
            <a:r>
              <a:rPr kumimoji="1" lang="en-US" altLang="ja-JP" sz="20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Noto Sans JP" panose="020B0200000000000000" pitchFamily="50" charset="-128"/>
                <a:ea typeface="Noto Sans JP" panose="020B0200000000000000" pitchFamily="50" charset="-128"/>
              </a:rPr>
              <a:t>wexal</a:t>
            </a:r>
            <a:r>
              <a:rPr kumimoji="1" lang="en-US" altLang="ja-JP" sz="2000" dirty="0">
                <a:solidFill>
                  <a:schemeClr val="tx1">
                    <a:lumMod val="85000"/>
                    <a:lumOff val="15000"/>
                  </a:schemeClr>
                </a:solidFill>
                <a:latin typeface="Noto Sans JP" panose="020B0200000000000000" pitchFamily="50" charset="-128"/>
                <a:ea typeface="Noto Sans JP" panose="020B0200000000000000" pitchFamily="50" charset="-128"/>
              </a:rPr>
              <a:t> </a:t>
            </a:r>
            <a:r>
              <a:rPr kumimoji="1" lang="ja-JP" altLang="en-US" sz="2000" dirty="0">
                <a:solidFill>
                  <a:schemeClr val="tx1">
                    <a:lumMod val="85000"/>
                    <a:lumOff val="15000"/>
                  </a:schemeClr>
                </a:solidFill>
                <a:latin typeface="Noto Sans JP" panose="020B0200000000000000" pitchFamily="50" charset="-128"/>
                <a:ea typeface="Noto Sans JP" panose="020B0200000000000000" pitchFamily="50" charset="-128"/>
              </a:rPr>
              <a:t>を作るときに、</a:t>
            </a:r>
            <a:r>
              <a:rPr kumimoji="1" lang="en-US" altLang="ja-JP" sz="2000" dirty="0">
                <a:solidFill>
                  <a:schemeClr val="tx1">
                    <a:lumMod val="85000"/>
                    <a:lumOff val="15000"/>
                  </a:schemeClr>
                </a:solidFill>
                <a:latin typeface="Noto Sans JP" panose="020B0200000000000000" pitchFamily="50" charset="-128"/>
                <a:ea typeface="Noto Sans JP" panose="020B0200000000000000" pitchFamily="50" charset="-128"/>
              </a:rPr>
              <a:t>Python</a:t>
            </a:r>
            <a:r>
              <a:rPr kumimoji="1" lang="ja-JP" altLang="en-US" sz="2000" dirty="0">
                <a:solidFill>
                  <a:schemeClr val="tx1">
                    <a:lumMod val="85000"/>
                    <a:lumOff val="15000"/>
                  </a:schemeClr>
                </a:solidFill>
                <a:latin typeface="Noto Sans JP" panose="020B0200000000000000" pitchFamily="50" charset="-128"/>
                <a:ea typeface="Noto Sans JP" panose="020B0200000000000000" pitchFamily="50" charset="-128"/>
              </a:rPr>
              <a:t>の標準例外クラス </a:t>
            </a:r>
            <a:r>
              <a:rPr kumimoji="1" lang="en-US" altLang="ja-JP" sz="2000" dirty="0">
                <a:solidFill>
                  <a:schemeClr val="tx1">
                    <a:lumMod val="85000"/>
                    <a:lumOff val="15000"/>
                  </a:schemeClr>
                </a:solidFill>
                <a:latin typeface="Noto Sans JP" panose="020B0200000000000000" pitchFamily="50" charset="-128"/>
                <a:ea typeface="Noto Sans JP" panose="020B0200000000000000" pitchFamily="50" charset="-128"/>
              </a:rPr>
              <a:t>Exception </a:t>
            </a:r>
            <a:r>
              <a:rPr kumimoji="1" lang="ja-JP" altLang="en-US" sz="2000" dirty="0">
                <a:solidFill>
                  <a:schemeClr val="tx1">
                    <a:lumMod val="85000"/>
                    <a:lumOff val="15000"/>
                  </a:schemeClr>
                </a:solidFill>
                <a:latin typeface="Noto Sans JP" panose="020B0200000000000000" pitchFamily="50" charset="-128"/>
                <a:ea typeface="Noto Sans JP" panose="020B0200000000000000" pitchFamily="50" charset="-128"/>
              </a:rPr>
              <a:t>を</a:t>
            </a:r>
            <a:endParaRPr kumimoji="1" lang="en-US" altLang="ja-JP" sz="2000" dirty="0">
              <a:solidFill>
                <a:schemeClr val="tx1">
                  <a:lumMod val="85000"/>
                  <a:lumOff val="15000"/>
                </a:schemeClr>
              </a:solidFill>
              <a:latin typeface="Noto Sans JP" panose="020B0200000000000000" pitchFamily="50" charset="-128"/>
              <a:ea typeface="Noto Sans JP" panose="020B0200000000000000" pitchFamily="50" charset="-128"/>
            </a:endParaRPr>
          </a:p>
          <a:p>
            <a:r>
              <a:rPr kumimoji="1" lang="ja-JP" altLang="en-US" sz="2000" dirty="0">
                <a:solidFill>
                  <a:schemeClr val="tx1">
                    <a:lumMod val="85000"/>
                    <a:lumOff val="15000"/>
                  </a:schemeClr>
                </a:solidFill>
                <a:latin typeface="Noto Sans JP" panose="020B0200000000000000" pitchFamily="50" charset="-128"/>
                <a:ea typeface="Noto Sans JP" panose="020B0200000000000000" pitchFamily="50" charset="-128"/>
              </a:rPr>
              <a:t>基にしているので </a:t>
            </a:r>
            <a:r>
              <a:rPr kumimoji="1" lang="en-US" altLang="ja-JP" sz="20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Noto Sans JP" panose="020B0200000000000000" pitchFamily="50" charset="-128"/>
                <a:ea typeface="Noto Sans JP" panose="020B0200000000000000" pitchFamily="50" charset="-128"/>
              </a:rPr>
              <a:t>wexal</a:t>
            </a:r>
            <a:r>
              <a:rPr kumimoji="1" lang="en-US" altLang="ja-JP" sz="2000" dirty="0">
                <a:solidFill>
                  <a:schemeClr val="tx1">
                    <a:lumMod val="85000"/>
                    <a:lumOff val="15000"/>
                  </a:schemeClr>
                </a:solidFill>
                <a:latin typeface="Noto Sans JP" panose="020B0200000000000000" pitchFamily="50" charset="-128"/>
                <a:ea typeface="Noto Sans JP" panose="020B0200000000000000" pitchFamily="50" charset="-128"/>
              </a:rPr>
              <a:t> </a:t>
            </a:r>
            <a:r>
              <a:rPr kumimoji="1" lang="ja-JP" altLang="en-US" sz="2000" dirty="0">
                <a:solidFill>
                  <a:schemeClr val="tx1">
                    <a:lumMod val="85000"/>
                    <a:lumOff val="15000"/>
                  </a:schemeClr>
                </a:solidFill>
                <a:latin typeface="Noto Sans JP" panose="020B0200000000000000" pitchFamily="50" charset="-128"/>
                <a:ea typeface="Noto Sans JP" panose="020B0200000000000000" pitchFamily="50" charset="-128"/>
              </a:rPr>
              <a:t>は </a:t>
            </a:r>
            <a:r>
              <a:rPr kumimoji="1" lang="en-US" altLang="ja-JP" sz="2000" dirty="0">
                <a:solidFill>
                  <a:schemeClr val="tx1">
                    <a:lumMod val="85000"/>
                    <a:lumOff val="15000"/>
                  </a:schemeClr>
                </a:solidFill>
                <a:latin typeface="Noto Sans JP" panose="020B0200000000000000" pitchFamily="50" charset="-128"/>
                <a:ea typeface="Noto Sans JP" panose="020B0200000000000000" pitchFamily="50" charset="-128"/>
              </a:rPr>
              <a:t>Exception </a:t>
            </a:r>
            <a:r>
              <a:rPr kumimoji="1" lang="ja-JP" altLang="en-US" sz="2000" dirty="0">
                <a:solidFill>
                  <a:schemeClr val="tx1">
                    <a:lumMod val="85000"/>
                    <a:lumOff val="15000"/>
                  </a:schemeClr>
                </a:solidFill>
                <a:latin typeface="Noto Sans JP" panose="020B0200000000000000" pitchFamily="50" charset="-128"/>
                <a:ea typeface="Noto Sans JP" panose="020B0200000000000000" pitchFamily="50" charset="-128"/>
              </a:rPr>
              <a:t>と同じように例外処理で使える</a:t>
            </a:r>
          </a:p>
        </p:txBody>
      </p:sp>
      <p:sp>
        <p:nvSpPr>
          <p:cNvPr id="22" name="矢印: 右 21">
            <a:extLst>
              <a:ext uri="{FF2B5EF4-FFF2-40B4-BE49-F238E27FC236}">
                <a16:creationId xmlns:a16="http://schemas.microsoft.com/office/drawing/2014/main" id="{477C3825-730C-B84C-72D5-B0E10650B95E}"/>
              </a:ext>
            </a:extLst>
          </p:cNvPr>
          <p:cNvSpPr/>
          <p:nvPr/>
        </p:nvSpPr>
        <p:spPr>
          <a:xfrm rot="444994">
            <a:off x="1623006" y="3442938"/>
            <a:ext cx="3205405" cy="216000"/>
          </a:xfrm>
          <a:prstGeom prst="rightArrow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4050"/>
          </a:p>
        </p:txBody>
      </p:sp>
      <p:sp>
        <p:nvSpPr>
          <p:cNvPr id="23" name="テキスト ボックス 22">
            <a:extLst>
              <a:ext uri="{FF2B5EF4-FFF2-40B4-BE49-F238E27FC236}">
                <a16:creationId xmlns:a16="http://schemas.microsoft.com/office/drawing/2014/main" id="{181EE7CB-DE78-0F5A-4E64-175976A9E31C}"/>
              </a:ext>
            </a:extLst>
          </p:cNvPr>
          <p:cNvSpPr txBox="1"/>
          <p:nvPr/>
        </p:nvSpPr>
        <p:spPr>
          <a:xfrm>
            <a:off x="4870935" y="3579288"/>
            <a:ext cx="7943366" cy="2246769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r>
              <a:rPr kumimoji="1" lang="en-US" altLang="ja-JP" sz="2000" dirty="0">
                <a:solidFill>
                  <a:schemeClr val="tx1">
                    <a:lumMod val="85000"/>
                    <a:lumOff val="15000"/>
                  </a:schemeClr>
                </a:solidFill>
                <a:latin typeface="Noto Sans JP" panose="020B0200000000000000" pitchFamily="50" charset="-128"/>
                <a:ea typeface="Noto Sans JP" panose="020B0200000000000000" pitchFamily="50" charset="-128"/>
              </a:rPr>
              <a:t>Python</a:t>
            </a:r>
            <a:r>
              <a:rPr kumimoji="1" lang="ja-JP" altLang="en-US" sz="2000" dirty="0">
                <a:solidFill>
                  <a:schemeClr val="tx1">
                    <a:lumMod val="85000"/>
                    <a:lumOff val="15000"/>
                  </a:schemeClr>
                </a:solidFill>
                <a:latin typeface="Noto Sans JP" panose="020B0200000000000000" pitchFamily="50" charset="-128"/>
                <a:ea typeface="Noto Sans JP" panose="020B0200000000000000" pitchFamily="50" charset="-128"/>
              </a:rPr>
              <a:t>では、クラスや関数を定義したら必ずそのブロックの中に</a:t>
            </a:r>
            <a:endParaRPr kumimoji="1" lang="en-US" altLang="ja-JP" sz="2000" dirty="0">
              <a:solidFill>
                <a:schemeClr val="tx1">
                  <a:lumMod val="85000"/>
                  <a:lumOff val="15000"/>
                </a:schemeClr>
              </a:solidFill>
              <a:latin typeface="Noto Sans JP" panose="020B0200000000000000" pitchFamily="50" charset="-128"/>
              <a:ea typeface="Noto Sans JP" panose="020B0200000000000000" pitchFamily="50" charset="-128"/>
            </a:endParaRPr>
          </a:p>
          <a:p>
            <a:r>
              <a:rPr kumimoji="1" lang="ja-JP" altLang="en-US" sz="2000" dirty="0">
                <a:solidFill>
                  <a:schemeClr val="tx1">
                    <a:lumMod val="85000"/>
                    <a:lumOff val="15000"/>
                  </a:schemeClr>
                </a:solidFill>
                <a:latin typeface="Noto Sans JP" panose="020B0200000000000000" pitchFamily="50" charset="-128"/>
                <a:ea typeface="Noto Sans JP" panose="020B0200000000000000" pitchFamily="50" charset="-128"/>
              </a:rPr>
              <a:t>何か</a:t>
            </a:r>
            <a:r>
              <a:rPr kumimoji="1" lang="en-US" altLang="ja-JP" sz="2000" dirty="0">
                <a:solidFill>
                  <a:schemeClr val="tx1">
                    <a:lumMod val="85000"/>
                    <a:lumOff val="15000"/>
                  </a:schemeClr>
                </a:solidFill>
                <a:latin typeface="Noto Sans JP" panose="020B0200000000000000" pitchFamily="50" charset="-128"/>
                <a:ea typeface="Noto Sans JP" panose="020B0200000000000000" pitchFamily="50" charset="-128"/>
              </a:rPr>
              <a:t>1</a:t>
            </a:r>
            <a:r>
              <a:rPr kumimoji="1" lang="ja-JP" altLang="en-US" sz="2000" dirty="0">
                <a:solidFill>
                  <a:schemeClr val="tx1">
                    <a:lumMod val="85000"/>
                    <a:lumOff val="15000"/>
                  </a:schemeClr>
                </a:solidFill>
                <a:latin typeface="Noto Sans JP" panose="020B0200000000000000" pitchFamily="50" charset="-128"/>
                <a:ea typeface="Noto Sans JP" panose="020B0200000000000000" pitchFamily="50" charset="-128"/>
              </a:rPr>
              <a:t>行以上書く必要があります。</a:t>
            </a:r>
          </a:p>
          <a:p>
            <a:endParaRPr kumimoji="1" lang="ja-JP" altLang="en-US" sz="2000" dirty="0">
              <a:solidFill>
                <a:schemeClr val="tx1">
                  <a:lumMod val="85000"/>
                  <a:lumOff val="15000"/>
                </a:schemeClr>
              </a:solidFill>
              <a:latin typeface="Noto Sans JP" panose="020B0200000000000000" pitchFamily="50" charset="-128"/>
              <a:ea typeface="Noto Sans JP" panose="020B0200000000000000" pitchFamily="50" charset="-128"/>
            </a:endParaRPr>
          </a:p>
          <a:p>
            <a:r>
              <a:rPr kumimoji="1" lang="ja-JP" altLang="en-US" sz="2000" dirty="0">
                <a:solidFill>
                  <a:schemeClr val="tx1">
                    <a:lumMod val="85000"/>
                    <a:lumOff val="15000"/>
                  </a:schemeClr>
                </a:solidFill>
                <a:latin typeface="Noto Sans JP" panose="020B0200000000000000" pitchFamily="50" charset="-128"/>
                <a:ea typeface="Noto Sans JP" panose="020B0200000000000000" pitchFamily="50" charset="-128"/>
              </a:rPr>
              <a:t>でも、この場合は </a:t>
            </a:r>
            <a:r>
              <a:rPr kumimoji="1" lang="en-US" altLang="ja-JP" sz="20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Noto Sans JP" panose="020B0200000000000000" pitchFamily="50" charset="-128"/>
                <a:ea typeface="Noto Sans JP" panose="020B0200000000000000" pitchFamily="50" charset="-128"/>
              </a:rPr>
              <a:t>wexal</a:t>
            </a:r>
            <a:r>
              <a:rPr kumimoji="1" lang="en-US" altLang="ja-JP" sz="2000" dirty="0">
                <a:solidFill>
                  <a:schemeClr val="tx1">
                    <a:lumMod val="85000"/>
                    <a:lumOff val="15000"/>
                  </a:schemeClr>
                </a:solidFill>
                <a:latin typeface="Noto Sans JP" panose="020B0200000000000000" pitchFamily="50" charset="-128"/>
                <a:ea typeface="Noto Sans JP" panose="020B0200000000000000" pitchFamily="50" charset="-128"/>
              </a:rPr>
              <a:t> </a:t>
            </a:r>
            <a:r>
              <a:rPr kumimoji="1" lang="ja-JP" altLang="en-US" sz="2000" dirty="0">
                <a:solidFill>
                  <a:schemeClr val="tx1">
                    <a:lumMod val="85000"/>
                    <a:lumOff val="15000"/>
                  </a:schemeClr>
                </a:solidFill>
                <a:latin typeface="Noto Sans JP" panose="020B0200000000000000" pitchFamily="50" charset="-128"/>
                <a:ea typeface="Noto Sans JP" panose="020B0200000000000000" pitchFamily="50" charset="-128"/>
              </a:rPr>
              <a:t>クラスは </a:t>
            </a:r>
            <a:r>
              <a:rPr kumimoji="1" lang="en-US" altLang="ja-JP" sz="2000" dirty="0">
                <a:solidFill>
                  <a:schemeClr val="tx1">
                    <a:lumMod val="85000"/>
                    <a:lumOff val="15000"/>
                  </a:schemeClr>
                </a:solidFill>
                <a:latin typeface="Noto Sans JP" panose="020B0200000000000000" pitchFamily="50" charset="-128"/>
                <a:ea typeface="Noto Sans JP" panose="020B0200000000000000" pitchFamily="50" charset="-128"/>
              </a:rPr>
              <a:t>Exception </a:t>
            </a:r>
            <a:r>
              <a:rPr kumimoji="1" lang="ja-JP" altLang="en-US" sz="2000" dirty="0">
                <a:solidFill>
                  <a:schemeClr val="tx1">
                    <a:lumMod val="85000"/>
                    <a:lumOff val="15000"/>
                  </a:schemeClr>
                </a:solidFill>
                <a:latin typeface="Noto Sans JP" panose="020B0200000000000000" pitchFamily="50" charset="-128"/>
                <a:ea typeface="Noto Sans JP" panose="020B0200000000000000" pitchFamily="50" charset="-128"/>
              </a:rPr>
              <a:t>を継承するだけで、</a:t>
            </a:r>
            <a:endParaRPr kumimoji="1" lang="en-US" altLang="ja-JP" sz="2000" dirty="0">
              <a:solidFill>
                <a:schemeClr val="tx1">
                  <a:lumMod val="85000"/>
                  <a:lumOff val="15000"/>
                </a:schemeClr>
              </a:solidFill>
              <a:latin typeface="Noto Sans JP" panose="020B0200000000000000" pitchFamily="50" charset="-128"/>
              <a:ea typeface="Noto Sans JP" panose="020B0200000000000000" pitchFamily="50" charset="-128"/>
            </a:endParaRPr>
          </a:p>
          <a:p>
            <a:r>
              <a:rPr kumimoji="1" lang="ja-JP" altLang="en-US" sz="2000" dirty="0">
                <a:solidFill>
                  <a:schemeClr val="tx1">
                    <a:lumMod val="85000"/>
                    <a:lumOff val="15000"/>
                  </a:schemeClr>
                </a:solidFill>
                <a:latin typeface="Noto Sans JP" panose="020B0200000000000000" pitchFamily="50" charset="-128"/>
                <a:ea typeface="Noto Sans JP" panose="020B0200000000000000" pitchFamily="50" charset="-128"/>
              </a:rPr>
              <a:t>新しいメソッドや変数を追加していません。</a:t>
            </a:r>
          </a:p>
          <a:p>
            <a:endParaRPr kumimoji="1" lang="ja-JP" altLang="en-US" sz="2000" dirty="0">
              <a:solidFill>
                <a:schemeClr val="tx1">
                  <a:lumMod val="85000"/>
                  <a:lumOff val="15000"/>
                </a:schemeClr>
              </a:solidFill>
              <a:latin typeface="Noto Sans JP" panose="020B0200000000000000" pitchFamily="50" charset="-128"/>
              <a:ea typeface="Noto Sans JP" panose="020B0200000000000000" pitchFamily="50" charset="-128"/>
            </a:endParaRPr>
          </a:p>
          <a:p>
            <a:r>
              <a:rPr kumimoji="1" lang="ja-JP" altLang="en-US" sz="2000" dirty="0">
                <a:solidFill>
                  <a:schemeClr val="tx1">
                    <a:lumMod val="85000"/>
                    <a:lumOff val="15000"/>
                  </a:schemeClr>
                </a:solidFill>
                <a:latin typeface="Noto Sans JP" panose="020B0200000000000000" pitchFamily="50" charset="-128"/>
                <a:ea typeface="Noto Sans JP" panose="020B0200000000000000" pitchFamily="50" charset="-128"/>
              </a:rPr>
              <a:t>そこで何も処理しないことを明示するために </a:t>
            </a:r>
            <a:r>
              <a:rPr kumimoji="1" lang="en-US" altLang="ja-JP" sz="2000" dirty="0">
                <a:solidFill>
                  <a:schemeClr val="tx1">
                    <a:lumMod val="85000"/>
                    <a:lumOff val="15000"/>
                  </a:schemeClr>
                </a:solidFill>
                <a:latin typeface="Noto Sans JP" panose="020B0200000000000000" pitchFamily="50" charset="-128"/>
                <a:ea typeface="Noto Sans JP" panose="020B0200000000000000" pitchFamily="50" charset="-128"/>
              </a:rPr>
              <a:t>pass </a:t>
            </a:r>
            <a:r>
              <a:rPr kumimoji="1" lang="ja-JP" altLang="en-US" sz="2000" dirty="0">
                <a:solidFill>
                  <a:schemeClr val="tx1">
                    <a:lumMod val="85000"/>
                    <a:lumOff val="15000"/>
                  </a:schemeClr>
                </a:solidFill>
                <a:latin typeface="Noto Sans JP" panose="020B0200000000000000" pitchFamily="50" charset="-128"/>
                <a:ea typeface="Noto Sans JP" panose="020B0200000000000000" pitchFamily="50" charset="-128"/>
              </a:rPr>
              <a:t>を書いています。</a:t>
            </a:r>
          </a:p>
        </p:txBody>
      </p:sp>
      <p:sp>
        <p:nvSpPr>
          <p:cNvPr id="12" name="正方形/長方形 11">
            <a:extLst>
              <a:ext uri="{FF2B5EF4-FFF2-40B4-BE49-F238E27FC236}">
                <a16:creationId xmlns:a16="http://schemas.microsoft.com/office/drawing/2014/main" id="{D541DEF6-4CA8-A18D-227A-8430C197C5DF}"/>
              </a:ext>
            </a:extLst>
          </p:cNvPr>
          <p:cNvSpPr/>
          <p:nvPr/>
        </p:nvSpPr>
        <p:spPr>
          <a:xfrm>
            <a:off x="12987835" y="5098381"/>
            <a:ext cx="1406446" cy="498234"/>
          </a:xfrm>
          <a:prstGeom prst="rect">
            <a:avLst/>
          </a:prstGeom>
          <a:solidFill>
            <a:srgbClr val="0066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2400" dirty="0">
                <a:latin typeface="Noto Sans JP" panose="020B0200000000000000" pitchFamily="50" charset="-128"/>
                <a:ea typeface="Noto Sans JP" panose="020B0200000000000000" pitchFamily="50" charset="-128"/>
              </a:rPr>
              <a:t>選択肢</a:t>
            </a:r>
          </a:p>
        </p:txBody>
      </p:sp>
      <p:sp>
        <p:nvSpPr>
          <p:cNvPr id="24" name="矢印: 右 23">
            <a:extLst>
              <a:ext uri="{FF2B5EF4-FFF2-40B4-BE49-F238E27FC236}">
                <a16:creationId xmlns:a16="http://schemas.microsoft.com/office/drawing/2014/main" id="{00AECF32-C14C-615C-DED7-C6A70C0F3667}"/>
              </a:ext>
            </a:extLst>
          </p:cNvPr>
          <p:cNvSpPr/>
          <p:nvPr/>
        </p:nvSpPr>
        <p:spPr>
          <a:xfrm rot="2566139">
            <a:off x="2252603" y="5895948"/>
            <a:ext cx="2832844" cy="216000"/>
          </a:xfrm>
          <a:prstGeom prst="rightArrow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4050"/>
          </a:p>
        </p:txBody>
      </p:sp>
      <p:sp>
        <p:nvSpPr>
          <p:cNvPr id="25" name="テキスト ボックス 24">
            <a:extLst>
              <a:ext uri="{FF2B5EF4-FFF2-40B4-BE49-F238E27FC236}">
                <a16:creationId xmlns:a16="http://schemas.microsoft.com/office/drawing/2014/main" id="{4A94B202-D1EF-6D47-45D1-985F22E15A48}"/>
              </a:ext>
            </a:extLst>
          </p:cNvPr>
          <p:cNvSpPr txBox="1"/>
          <p:nvPr/>
        </p:nvSpPr>
        <p:spPr>
          <a:xfrm>
            <a:off x="4870935" y="6380571"/>
            <a:ext cx="7943366" cy="2246769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r>
              <a:rPr kumimoji="1" lang="en-US" altLang="ja-JP" sz="2000" dirty="0">
                <a:solidFill>
                  <a:schemeClr val="bg1"/>
                </a:solidFill>
                <a:highlight>
                  <a:srgbClr val="FF0000"/>
                </a:highlight>
                <a:latin typeface="Noto Sans JP" panose="020B0200000000000000" pitchFamily="50" charset="-128"/>
                <a:ea typeface="Noto Sans JP" panose="020B0200000000000000" pitchFamily="50" charset="-128"/>
              </a:rPr>
              <a:t>name: int </a:t>
            </a:r>
            <a:r>
              <a:rPr kumimoji="1" lang="ja-JP" altLang="en-US" sz="2000" dirty="0">
                <a:solidFill>
                  <a:schemeClr val="tx1">
                    <a:lumMod val="85000"/>
                    <a:lumOff val="15000"/>
                  </a:schemeClr>
                </a:solidFill>
                <a:latin typeface="Noto Sans JP" panose="020B0200000000000000" pitchFamily="50" charset="-128"/>
                <a:ea typeface="Noto Sans JP" panose="020B0200000000000000" pitchFamily="50" charset="-128"/>
              </a:rPr>
              <a:t>は 関数の引数の型アノテーション（型ヒント） です。</a:t>
            </a:r>
          </a:p>
          <a:p>
            <a:endParaRPr kumimoji="1" lang="ja-JP" altLang="en-US" sz="2000" dirty="0">
              <a:solidFill>
                <a:schemeClr val="tx1">
                  <a:lumMod val="85000"/>
                  <a:lumOff val="15000"/>
                </a:schemeClr>
              </a:solidFill>
              <a:latin typeface="Noto Sans JP" panose="020B0200000000000000" pitchFamily="50" charset="-128"/>
              <a:ea typeface="Noto Sans JP" panose="020B0200000000000000" pitchFamily="50" charset="-128"/>
            </a:endParaRPr>
          </a:p>
          <a:p>
            <a:r>
              <a:rPr kumimoji="1" lang="ja-JP" altLang="en-US" sz="2000" dirty="0">
                <a:solidFill>
                  <a:schemeClr val="tx1">
                    <a:lumMod val="85000"/>
                    <a:lumOff val="15000"/>
                  </a:schemeClr>
                </a:solidFill>
                <a:latin typeface="Noto Sans JP" panose="020B0200000000000000" pitchFamily="50" charset="-128"/>
                <a:ea typeface="Noto Sans JP" panose="020B0200000000000000" pitchFamily="50" charset="-128"/>
              </a:rPr>
              <a:t>「</a:t>
            </a:r>
            <a:r>
              <a:rPr kumimoji="1" lang="en-US" altLang="ja-JP" sz="2000" dirty="0">
                <a:solidFill>
                  <a:schemeClr val="tx1">
                    <a:lumMod val="85000"/>
                    <a:lumOff val="15000"/>
                  </a:schemeClr>
                </a:solidFill>
                <a:latin typeface="Noto Sans JP" panose="020B0200000000000000" pitchFamily="50" charset="-128"/>
                <a:ea typeface="Noto Sans JP" panose="020B0200000000000000" pitchFamily="50" charset="-128"/>
              </a:rPr>
              <a:t>name </a:t>
            </a:r>
            <a:r>
              <a:rPr kumimoji="1" lang="ja-JP" altLang="en-US" sz="2000" dirty="0">
                <a:solidFill>
                  <a:schemeClr val="tx1">
                    <a:lumMod val="85000"/>
                    <a:lumOff val="15000"/>
                  </a:schemeClr>
                </a:solidFill>
                <a:latin typeface="Noto Sans JP" panose="020B0200000000000000" pitchFamily="50" charset="-128"/>
                <a:ea typeface="Noto Sans JP" panose="020B0200000000000000" pitchFamily="50" charset="-128"/>
              </a:rPr>
              <a:t>は </a:t>
            </a:r>
            <a:r>
              <a:rPr kumimoji="1" lang="en-US" altLang="ja-JP" sz="2000" dirty="0">
                <a:solidFill>
                  <a:schemeClr val="tx1">
                    <a:lumMod val="85000"/>
                    <a:lumOff val="15000"/>
                  </a:schemeClr>
                </a:solidFill>
                <a:latin typeface="Noto Sans JP" panose="020B0200000000000000" pitchFamily="50" charset="-128"/>
                <a:ea typeface="Noto Sans JP" panose="020B0200000000000000" pitchFamily="50" charset="-128"/>
              </a:rPr>
              <a:t>int </a:t>
            </a:r>
            <a:r>
              <a:rPr kumimoji="1" lang="ja-JP" altLang="en-US" sz="2000" dirty="0">
                <a:solidFill>
                  <a:schemeClr val="tx1">
                    <a:lumMod val="85000"/>
                    <a:lumOff val="15000"/>
                  </a:schemeClr>
                </a:solidFill>
                <a:latin typeface="Noto Sans JP" panose="020B0200000000000000" pitchFamily="50" charset="-128"/>
                <a:ea typeface="Noto Sans JP" panose="020B0200000000000000" pitchFamily="50" charset="-128"/>
              </a:rPr>
              <a:t>型（整数型）であるべき」という意味を示しています。</a:t>
            </a:r>
          </a:p>
          <a:p>
            <a:endParaRPr kumimoji="1" lang="ja-JP" altLang="en-US" sz="2000" dirty="0">
              <a:solidFill>
                <a:schemeClr val="tx1">
                  <a:lumMod val="85000"/>
                  <a:lumOff val="15000"/>
                </a:schemeClr>
              </a:solidFill>
              <a:latin typeface="Noto Sans JP" panose="020B0200000000000000" pitchFamily="50" charset="-128"/>
              <a:ea typeface="Noto Sans JP" panose="020B0200000000000000" pitchFamily="50" charset="-128"/>
            </a:endParaRPr>
          </a:p>
          <a:p>
            <a:r>
              <a:rPr kumimoji="1" lang="ja-JP" altLang="en-US" sz="2000" dirty="0">
                <a:solidFill>
                  <a:schemeClr val="tx1">
                    <a:lumMod val="85000"/>
                    <a:lumOff val="15000"/>
                  </a:schemeClr>
                </a:solidFill>
                <a:latin typeface="Noto Sans JP" panose="020B0200000000000000" pitchFamily="50" charset="-128"/>
                <a:ea typeface="Noto Sans JP" panose="020B0200000000000000" pitchFamily="50" charset="-128"/>
              </a:rPr>
              <a:t>これは実行時に動作に影響を与えるわけではなく、あくまで読みやすさや静的解析のための情報です。</a:t>
            </a:r>
          </a:p>
        </p:txBody>
      </p:sp>
    </p:spTree>
    <p:extLst>
      <p:ext uri="{BB962C8B-B14F-4D97-AF65-F5344CB8AC3E}">
        <p14:creationId xmlns:p14="http://schemas.microsoft.com/office/powerpoint/2010/main" val="299387139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6" grpId="0" animBg="1"/>
      <p:bldP spid="18" grpId="0" animBg="1"/>
      <p:bldP spid="19" grpId="0" animBg="1"/>
      <p:bldP spid="20" grpId="0" animBg="1"/>
      <p:bldP spid="22" grpId="0" animBg="1"/>
      <p:bldP spid="23" grpId="0" animBg="1"/>
      <p:bldP spid="24" grpId="0" animBg="1"/>
      <p:bldP spid="25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1917755-8B36-B699-F397-A235A976E5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タイトル 7">
            <a:extLst>
              <a:ext uri="{FF2B5EF4-FFF2-40B4-BE49-F238E27FC236}">
                <a16:creationId xmlns:a16="http://schemas.microsoft.com/office/drawing/2014/main" id="{C0721861-4BAE-DEE1-BD0B-46A4F45E38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2775" y="348253"/>
            <a:ext cx="17646914" cy="770016"/>
          </a:xfrm>
        </p:spPr>
        <p:txBody>
          <a:bodyPr/>
          <a:lstStyle/>
          <a:p>
            <a:r>
              <a:rPr lang="en-US" altLang="ja-JP" dirty="0">
                <a:solidFill>
                  <a:schemeClr val="bg1"/>
                </a:solidFill>
                <a:latin typeface="Noto Sans JP" panose="020B0200000000000000" pitchFamily="50" charset="-128"/>
                <a:ea typeface="Noto Sans JP" panose="020B0200000000000000" pitchFamily="50" charset="-128"/>
              </a:rPr>
              <a:t>31.</a:t>
            </a:r>
            <a:r>
              <a:rPr lang="ja-JP" altLang="en-US" dirty="0">
                <a:solidFill>
                  <a:schemeClr val="bg1"/>
                </a:solidFill>
                <a:latin typeface="Noto Sans JP" panose="020B0200000000000000" pitchFamily="50" charset="-128"/>
                <a:ea typeface="Noto Sans JP" panose="020B0200000000000000" pitchFamily="50" charset="-128"/>
              </a:rPr>
              <a:t>例外送出</a:t>
            </a:r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F73A01A7-B654-1D5F-554F-0372E031616E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altLang="ja-JP" sz="2400" dirty="0">
                <a:latin typeface="Noto Sans JP" panose="020B0200000000000000" pitchFamily="50" charset="-128"/>
                <a:ea typeface="Noto Sans JP" panose="020B0200000000000000" pitchFamily="50" charset="-128"/>
              </a:rPr>
              <a:t>Prime Study </a:t>
            </a:r>
            <a:r>
              <a:rPr lang="ja-JP" altLang="en-US" sz="2400" dirty="0">
                <a:latin typeface="Noto Sans JP" panose="020B0200000000000000" pitchFamily="50" charset="-128"/>
                <a:ea typeface="Noto Sans JP" panose="020B0200000000000000" pitchFamily="50" charset="-128"/>
              </a:rPr>
              <a:t>第</a:t>
            </a:r>
            <a:r>
              <a:rPr lang="en-US" altLang="ja-JP" sz="2400" dirty="0">
                <a:latin typeface="Noto Sans JP" panose="020B0200000000000000" pitchFamily="50" charset="-128"/>
                <a:ea typeface="Noto Sans JP" panose="020B0200000000000000" pitchFamily="50" charset="-128"/>
              </a:rPr>
              <a:t>2</a:t>
            </a:r>
            <a:r>
              <a:rPr lang="ja-JP" altLang="en-US" sz="2400" dirty="0">
                <a:latin typeface="Noto Sans JP" panose="020B0200000000000000" pitchFamily="50" charset="-128"/>
                <a:ea typeface="Noto Sans JP" panose="020B0200000000000000" pitchFamily="50" charset="-128"/>
              </a:rPr>
              <a:t>回</a:t>
            </a:r>
            <a:endParaRPr lang="en-US" altLang="ja-JP" sz="2400" dirty="0">
              <a:latin typeface="Noto Sans JP" panose="020B0200000000000000" pitchFamily="50" charset="-128"/>
              <a:ea typeface="Noto Sans JP" panose="020B0200000000000000" pitchFamily="50" charset="-128"/>
            </a:endParaRPr>
          </a:p>
        </p:txBody>
      </p:sp>
      <p:sp>
        <p:nvSpPr>
          <p:cNvPr id="5" name="楕円 4">
            <a:extLst>
              <a:ext uri="{FF2B5EF4-FFF2-40B4-BE49-F238E27FC236}">
                <a16:creationId xmlns:a16="http://schemas.microsoft.com/office/drawing/2014/main" id="{76BAFC0E-7DC4-2255-5856-CEE96A3C4D78}"/>
              </a:ext>
            </a:extLst>
          </p:cNvPr>
          <p:cNvSpPr/>
          <p:nvPr/>
        </p:nvSpPr>
        <p:spPr>
          <a:xfrm>
            <a:off x="764094" y="5210342"/>
            <a:ext cx="419100" cy="419100"/>
          </a:xfrm>
          <a:prstGeom prst="ellipse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4050"/>
          </a:p>
        </p:txBody>
      </p:sp>
      <p:pic>
        <p:nvPicPr>
          <p:cNvPr id="17" name="図 16">
            <a:extLst>
              <a:ext uri="{FF2B5EF4-FFF2-40B4-BE49-F238E27FC236}">
                <a16:creationId xmlns:a16="http://schemas.microsoft.com/office/drawing/2014/main" id="{D3FE52C5-2369-EC97-E27D-589155AF9F6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2775" y="1562036"/>
            <a:ext cx="15146864" cy="914528"/>
          </a:xfrm>
          <a:prstGeom prst="rect">
            <a:avLst/>
          </a:prstGeom>
        </p:spPr>
      </p:pic>
      <p:pic>
        <p:nvPicPr>
          <p:cNvPr id="4" name="図 3">
            <a:extLst>
              <a:ext uri="{FF2B5EF4-FFF2-40B4-BE49-F238E27FC236}">
                <a16:creationId xmlns:a16="http://schemas.microsoft.com/office/drawing/2014/main" id="{620D77DF-A7B3-D760-A6C0-D71AB2EC72C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2775" y="2476564"/>
            <a:ext cx="15146864" cy="7375351"/>
          </a:xfrm>
          <a:prstGeom prst="rect">
            <a:avLst/>
          </a:prstGeom>
        </p:spPr>
      </p:pic>
      <p:pic>
        <p:nvPicPr>
          <p:cNvPr id="9" name="図 8">
            <a:extLst>
              <a:ext uri="{FF2B5EF4-FFF2-40B4-BE49-F238E27FC236}">
                <a16:creationId xmlns:a16="http://schemas.microsoft.com/office/drawing/2014/main" id="{D99E2523-3C29-A5D0-1A04-77C271B2416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030639" y="5596615"/>
            <a:ext cx="4734586" cy="4124901"/>
          </a:xfrm>
          <a:prstGeom prst="rect">
            <a:avLst/>
          </a:prstGeom>
          <a:ln w="38100">
            <a:solidFill>
              <a:srgbClr val="0066FF"/>
            </a:solidFill>
          </a:ln>
        </p:spPr>
      </p:pic>
      <p:pic>
        <p:nvPicPr>
          <p:cNvPr id="11" name="図 10">
            <a:extLst>
              <a:ext uri="{FF2B5EF4-FFF2-40B4-BE49-F238E27FC236}">
                <a16:creationId xmlns:a16="http://schemas.microsoft.com/office/drawing/2014/main" id="{67031489-209F-1C00-C5AA-06622D387AF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987835" y="2476564"/>
            <a:ext cx="1200318" cy="1267002"/>
          </a:xfrm>
          <a:prstGeom prst="rect">
            <a:avLst/>
          </a:prstGeom>
          <a:ln w="28575">
            <a:solidFill>
              <a:schemeClr val="tx1"/>
            </a:solidFill>
          </a:ln>
        </p:spPr>
      </p:pic>
      <p:sp>
        <p:nvSpPr>
          <p:cNvPr id="12" name="正方形/長方形 11">
            <a:extLst>
              <a:ext uri="{FF2B5EF4-FFF2-40B4-BE49-F238E27FC236}">
                <a16:creationId xmlns:a16="http://schemas.microsoft.com/office/drawing/2014/main" id="{974EED16-CE60-8626-238A-D32CEECA2D44}"/>
              </a:ext>
            </a:extLst>
          </p:cNvPr>
          <p:cNvSpPr/>
          <p:nvPr/>
        </p:nvSpPr>
        <p:spPr>
          <a:xfrm>
            <a:off x="12987835" y="5098381"/>
            <a:ext cx="1406446" cy="498234"/>
          </a:xfrm>
          <a:prstGeom prst="rect">
            <a:avLst/>
          </a:prstGeom>
          <a:solidFill>
            <a:srgbClr val="0066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2400" dirty="0">
                <a:latin typeface="Noto Sans JP" panose="020B0200000000000000" pitchFamily="50" charset="-128"/>
                <a:ea typeface="Noto Sans JP" panose="020B0200000000000000" pitchFamily="50" charset="-128"/>
              </a:rPr>
              <a:t>選択肢</a:t>
            </a:r>
          </a:p>
        </p:txBody>
      </p:sp>
      <p:cxnSp>
        <p:nvCxnSpPr>
          <p:cNvPr id="6" name="直線コネクタ 5">
            <a:extLst>
              <a:ext uri="{FF2B5EF4-FFF2-40B4-BE49-F238E27FC236}">
                <a16:creationId xmlns:a16="http://schemas.microsoft.com/office/drawing/2014/main" id="{F4360A10-0C02-E162-1161-D05C011ACF94}"/>
              </a:ext>
            </a:extLst>
          </p:cNvPr>
          <p:cNvCxnSpPr>
            <a:cxnSpLocks/>
          </p:cNvCxnSpPr>
          <p:nvPr/>
        </p:nvCxnSpPr>
        <p:spPr>
          <a:xfrm>
            <a:off x="1282700" y="9105900"/>
            <a:ext cx="1181100" cy="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テキスト ボックス 9">
            <a:extLst>
              <a:ext uri="{FF2B5EF4-FFF2-40B4-BE49-F238E27FC236}">
                <a16:creationId xmlns:a16="http://schemas.microsoft.com/office/drawing/2014/main" id="{E452A862-18CB-823A-A74D-90F7B97F31DF}"/>
              </a:ext>
            </a:extLst>
          </p:cNvPr>
          <p:cNvSpPr txBox="1"/>
          <p:nvPr/>
        </p:nvSpPr>
        <p:spPr>
          <a:xfrm>
            <a:off x="2618361" y="8724964"/>
            <a:ext cx="317266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2400" b="1" dirty="0">
                <a:solidFill>
                  <a:srgbClr val="FF0000"/>
                </a:solidFill>
                <a:latin typeface="Noto Sans JP" panose="020B0200000000000000" pitchFamily="50" charset="-128"/>
                <a:ea typeface="Noto Sans JP" panose="020B0200000000000000" pitchFamily="50" charset="-128"/>
              </a:rPr>
              <a:t>①</a:t>
            </a:r>
            <a:r>
              <a:rPr kumimoji="1" lang="en-US" altLang="ja-JP" sz="2400" b="1" dirty="0" err="1">
                <a:solidFill>
                  <a:srgbClr val="FF0000"/>
                </a:solidFill>
                <a:latin typeface="Noto Sans JP" panose="020B0200000000000000" pitchFamily="50" charset="-128"/>
                <a:ea typeface="Noto Sans JP" panose="020B0200000000000000" pitchFamily="50" charset="-128"/>
              </a:rPr>
              <a:t>func</a:t>
            </a:r>
            <a:r>
              <a:rPr kumimoji="1" lang="en-US" altLang="ja-JP" sz="2400" b="1" dirty="0">
                <a:solidFill>
                  <a:srgbClr val="FF0000"/>
                </a:solidFill>
                <a:latin typeface="Noto Sans JP" panose="020B0200000000000000" pitchFamily="50" charset="-128"/>
                <a:ea typeface="Noto Sans JP" panose="020B0200000000000000" pitchFamily="50" charset="-128"/>
              </a:rPr>
              <a:t>(name)</a:t>
            </a:r>
            <a:r>
              <a:rPr kumimoji="1" lang="ja-JP" altLang="en-US" sz="2400" b="1" dirty="0">
                <a:solidFill>
                  <a:srgbClr val="FF0000"/>
                </a:solidFill>
                <a:latin typeface="Noto Sans JP" panose="020B0200000000000000" pitchFamily="50" charset="-128"/>
                <a:ea typeface="Noto Sans JP" panose="020B0200000000000000" pitchFamily="50" charset="-128"/>
              </a:rPr>
              <a:t>を呼ぶ</a:t>
            </a:r>
          </a:p>
        </p:txBody>
      </p:sp>
      <p:sp>
        <p:nvSpPr>
          <p:cNvPr id="14" name="テキスト ボックス 13">
            <a:extLst>
              <a:ext uri="{FF2B5EF4-FFF2-40B4-BE49-F238E27FC236}">
                <a16:creationId xmlns:a16="http://schemas.microsoft.com/office/drawing/2014/main" id="{077AE580-3D0F-26CE-A36E-4B840C5F7BFB}"/>
              </a:ext>
            </a:extLst>
          </p:cNvPr>
          <p:cNvSpPr txBox="1"/>
          <p:nvPr/>
        </p:nvSpPr>
        <p:spPr>
          <a:xfrm>
            <a:off x="2173861" y="3805757"/>
            <a:ext cx="272382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2400" b="1" dirty="0">
                <a:solidFill>
                  <a:srgbClr val="FF0000"/>
                </a:solidFill>
                <a:latin typeface="Noto Sans JP" panose="020B0200000000000000" pitchFamily="50" charset="-128"/>
                <a:ea typeface="Noto Sans JP" panose="020B0200000000000000" pitchFamily="50" charset="-128"/>
              </a:rPr>
              <a:t>②</a:t>
            </a:r>
            <a:r>
              <a:rPr kumimoji="1" lang="en-US" altLang="ja-JP" sz="2400" b="1" dirty="0">
                <a:solidFill>
                  <a:srgbClr val="FF0000"/>
                </a:solidFill>
                <a:latin typeface="Noto Sans JP" panose="020B0200000000000000" pitchFamily="50" charset="-128"/>
                <a:ea typeface="Noto Sans JP" panose="020B0200000000000000" pitchFamily="50" charset="-128"/>
              </a:rPr>
              <a:t>name</a:t>
            </a:r>
            <a:r>
              <a:rPr kumimoji="1" lang="ja-JP" altLang="en-US" sz="2400" b="1" dirty="0">
                <a:solidFill>
                  <a:srgbClr val="FF0000"/>
                </a:solidFill>
                <a:latin typeface="Noto Sans JP" panose="020B0200000000000000" pitchFamily="50" charset="-128"/>
                <a:ea typeface="Noto Sans JP" panose="020B0200000000000000" pitchFamily="50" charset="-128"/>
              </a:rPr>
              <a:t>は</a:t>
            </a:r>
            <a:r>
              <a:rPr kumimoji="1" lang="en-US" altLang="ja-JP" sz="2400" b="1" dirty="0">
                <a:solidFill>
                  <a:srgbClr val="FF0000"/>
                </a:solidFill>
                <a:latin typeface="Noto Sans JP" panose="020B0200000000000000" pitchFamily="50" charset="-128"/>
                <a:ea typeface="Noto Sans JP" panose="020B0200000000000000" pitchFamily="50" charset="-128"/>
              </a:rPr>
              <a:t>’David’</a:t>
            </a:r>
            <a:endParaRPr kumimoji="1" lang="ja-JP" altLang="en-US" sz="2400" b="1" dirty="0">
              <a:solidFill>
                <a:srgbClr val="FF0000"/>
              </a:solidFill>
              <a:latin typeface="Noto Sans JP" panose="020B0200000000000000" pitchFamily="50" charset="-128"/>
              <a:ea typeface="Noto Sans JP" panose="020B0200000000000000" pitchFamily="50" charset="-128"/>
            </a:endParaRPr>
          </a:p>
        </p:txBody>
      </p:sp>
      <p:cxnSp>
        <p:nvCxnSpPr>
          <p:cNvPr id="15" name="直線コネクタ 14">
            <a:extLst>
              <a:ext uri="{FF2B5EF4-FFF2-40B4-BE49-F238E27FC236}">
                <a16:creationId xmlns:a16="http://schemas.microsoft.com/office/drawing/2014/main" id="{79BA293C-0C12-4581-A63D-D7DF38B627BF}"/>
              </a:ext>
            </a:extLst>
          </p:cNvPr>
          <p:cNvCxnSpPr>
            <a:cxnSpLocks/>
          </p:cNvCxnSpPr>
          <p:nvPr/>
        </p:nvCxnSpPr>
        <p:spPr>
          <a:xfrm>
            <a:off x="692150" y="4152900"/>
            <a:ext cx="1481711" cy="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直線コネクタ 25">
            <a:extLst>
              <a:ext uri="{FF2B5EF4-FFF2-40B4-BE49-F238E27FC236}">
                <a16:creationId xmlns:a16="http://schemas.microsoft.com/office/drawing/2014/main" id="{06636998-D6EE-888F-1C0D-F83EDAB5F8F5}"/>
              </a:ext>
            </a:extLst>
          </p:cNvPr>
          <p:cNvCxnSpPr>
            <a:cxnSpLocks/>
          </p:cNvCxnSpPr>
          <p:nvPr/>
        </p:nvCxnSpPr>
        <p:spPr>
          <a:xfrm>
            <a:off x="1210172" y="5496092"/>
            <a:ext cx="1224555" cy="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テキスト ボックス 26">
            <a:extLst>
              <a:ext uri="{FF2B5EF4-FFF2-40B4-BE49-F238E27FC236}">
                <a16:creationId xmlns:a16="http://schemas.microsoft.com/office/drawing/2014/main" id="{61D3B7E4-EEA0-829C-DB9F-D109236D2610}"/>
              </a:ext>
            </a:extLst>
          </p:cNvPr>
          <p:cNvSpPr txBox="1"/>
          <p:nvPr/>
        </p:nvSpPr>
        <p:spPr>
          <a:xfrm>
            <a:off x="4204692" y="5321427"/>
            <a:ext cx="7311617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2400" b="1" dirty="0">
                <a:solidFill>
                  <a:srgbClr val="FF0000"/>
                </a:solidFill>
                <a:latin typeface="Noto Sans JP" panose="020B0200000000000000" pitchFamily="50" charset="-128"/>
                <a:ea typeface="Noto Sans JP" panose="020B0200000000000000" pitchFamily="50" charset="-128"/>
              </a:rPr>
              <a:t>③</a:t>
            </a:r>
            <a:r>
              <a:rPr kumimoji="1" lang="en-US" altLang="ja-JP" sz="2400" b="1" dirty="0">
                <a:solidFill>
                  <a:srgbClr val="FF0000"/>
                </a:solidFill>
                <a:latin typeface="Noto Sans JP" panose="020B0200000000000000" pitchFamily="50" charset="-128"/>
                <a:ea typeface="Noto Sans JP" panose="020B0200000000000000" pitchFamily="50" charset="-128"/>
              </a:rPr>
              <a:t>name</a:t>
            </a:r>
            <a:r>
              <a:rPr kumimoji="1" lang="ja-JP" altLang="en-US" sz="2400" b="1" dirty="0">
                <a:solidFill>
                  <a:srgbClr val="FF0000"/>
                </a:solidFill>
                <a:latin typeface="Noto Sans JP" panose="020B0200000000000000" pitchFamily="50" charset="-128"/>
                <a:ea typeface="Noto Sans JP" panose="020B0200000000000000" pitchFamily="50" charset="-128"/>
              </a:rPr>
              <a:t>は</a:t>
            </a:r>
            <a:r>
              <a:rPr kumimoji="1" lang="en-US" altLang="ja-JP" sz="2400" b="1" dirty="0">
                <a:solidFill>
                  <a:srgbClr val="FF0000"/>
                </a:solidFill>
                <a:latin typeface="Noto Sans JP" panose="020B0200000000000000" pitchFamily="50" charset="-128"/>
                <a:ea typeface="Noto Sans JP" panose="020B0200000000000000" pitchFamily="50" charset="-128"/>
              </a:rPr>
              <a:t>True</a:t>
            </a:r>
            <a:r>
              <a:rPr kumimoji="1" lang="ja-JP" altLang="en-US" sz="2400" b="1" dirty="0">
                <a:solidFill>
                  <a:srgbClr val="FF0000"/>
                </a:solidFill>
                <a:latin typeface="Noto Sans JP" panose="020B0200000000000000" pitchFamily="50" charset="-128"/>
                <a:ea typeface="Noto Sans JP" panose="020B0200000000000000" pitchFamily="50" charset="-128"/>
              </a:rPr>
              <a:t>なので</a:t>
            </a:r>
            <a:r>
              <a:rPr kumimoji="1" lang="en-US" altLang="ja-JP" sz="2400" b="1" dirty="0" err="1">
                <a:solidFill>
                  <a:srgbClr val="FF0000"/>
                </a:solidFill>
                <a:latin typeface="Noto Sans JP" panose="020B0200000000000000" pitchFamily="50" charset="-128"/>
                <a:ea typeface="Noto Sans JP" panose="020B0200000000000000" pitchFamily="50" charset="-128"/>
              </a:rPr>
              <a:t>raise_his_character</a:t>
            </a:r>
            <a:r>
              <a:rPr kumimoji="1" lang="en-US" altLang="ja-JP" sz="2400" b="1" dirty="0">
                <a:solidFill>
                  <a:srgbClr val="FF0000"/>
                </a:solidFill>
                <a:latin typeface="Noto Sans JP" panose="020B0200000000000000" pitchFamily="50" charset="-128"/>
                <a:ea typeface="Noto Sans JP" panose="020B0200000000000000" pitchFamily="50" charset="-128"/>
              </a:rPr>
              <a:t>(name)</a:t>
            </a:r>
          </a:p>
          <a:p>
            <a:r>
              <a:rPr kumimoji="1" lang="ja-JP" altLang="en-US" sz="2400" b="1" dirty="0">
                <a:solidFill>
                  <a:srgbClr val="FF0000"/>
                </a:solidFill>
                <a:latin typeface="Noto Sans JP" panose="020B0200000000000000" pitchFamily="50" charset="-128"/>
                <a:ea typeface="Noto Sans JP" panose="020B0200000000000000" pitchFamily="50" charset="-128"/>
              </a:rPr>
              <a:t>が呼ばれる</a:t>
            </a:r>
          </a:p>
        </p:txBody>
      </p:sp>
      <p:cxnSp>
        <p:nvCxnSpPr>
          <p:cNvPr id="28" name="直線コネクタ 27">
            <a:extLst>
              <a:ext uri="{FF2B5EF4-FFF2-40B4-BE49-F238E27FC236}">
                <a16:creationId xmlns:a16="http://schemas.microsoft.com/office/drawing/2014/main" id="{00E98885-5F1F-7791-BF7A-270BFADCC17E}"/>
              </a:ext>
            </a:extLst>
          </p:cNvPr>
          <p:cNvCxnSpPr>
            <a:cxnSpLocks/>
          </p:cNvCxnSpPr>
          <p:nvPr/>
        </p:nvCxnSpPr>
        <p:spPr>
          <a:xfrm>
            <a:off x="1433005" y="5883442"/>
            <a:ext cx="2771687" cy="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直線コネクタ 29">
            <a:extLst>
              <a:ext uri="{FF2B5EF4-FFF2-40B4-BE49-F238E27FC236}">
                <a16:creationId xmlns:a16="http://schemas.microsoft.com/office/drawing/2014/main" id="{37D270B8-DBDD-5A46-7684-86A6A15C4BB3}"/>
              </a:ext>
            </a:extLst>
          </p:cNvPr>
          <p:cNvCxnSpPr>
            <a:cxnSpLocks/>
          </p:cNvCxnSpPr>
          <p:nvPr/>
        </p:nvCxnSpPr>
        <p:spPr>
          <a:xfrm>
            <a:off x="973644" y="7599872"/>
            <a:ext cx="1299656" cy="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テキスト ボックス 31">
            <a:extLst>
              <a:ext uri="{FF2B5EF4-FFF2-40B4-BE49-F238E27FC236}">
                <a16:creationId xmlns:a16="http://schemas.microsoft.com/office/drawing/2014/main" id="{64833C79-8FB5-2847-F78C-F3D88BB1E916}"/>
              </a:ext>
            </a:extLst>
          </p:cNvPr>
          <p:cNvSpPr txBox="1"/>
          <p:nvPr/>
        </p:nvSpPr>
        <p:spPr>
          <a:xfrm>
            <a:off x="2250061" y="7175181"/>
            <a:ext cx="854432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2400" b="1" dirty="0">
                <a:solidFill>
                  <a:srgbClr val="FF0000"/>
                </a:solidFill>
                <a:latin typeface="Noto Sans JP" panose="020B0200000000000000" pitchFamily="50" charset="-128"/>
                <a:ea typeface="Noto Sans JP" panose="020B0200000000000000" pitchFamily="50" charset="-128"/>
              </a:rPr>
              <a:t>④</a:t>
            </a:r>
            <a:r>
              <a:rPr kumimoji="1" lang="en-US" altLang="ja-JP" sz="2400" b="1" dirty="0">
                <a:solidFill>
                  <a:srgbClr val="FF0000"/>
                </a:solidFill>
                <a:latin typeface="Noto Sans JP" panose="020B0200000000000000" pitchFamily="50" charset="-128"/>
                <a:ea typeface="Noto Sans JP" panose="020B0200000000000000" pitchFamily="50" charset="-128"/>
              </a:rPr>
              <a:t>a(David)</a:t>
            </a:r>
            <a:r>
              <a:rPr kumimoji="1" lang="ja-JP" altLang="en-US" sz="2400" b="1" dirty="0">
                <a:solidFill>
                  <a:srgbClr val="FF0000"/>
                </a:solidFill>
                <a:latin typeface="Noto Sans JP" panose="020B0200000000000000" pitchFamily="50" charset="-128"/>
                <a:ea typeface="Noto Sans JP" panose="020B0200000000000000" pitchFamily="50" charset="-128"/>
              </a:rPr>
              <a:t>と</a:t>
            </a:r>
            <a:r>
              <a:rPr kumimoji="1" lang="en-US" altLang="ja-JP" sz="2400" b="1" dirty="0">
                <a:solidFill>
                  <a:srgbClr val="FF0000"/>
                </a:solidFill>
                <a:latin typeface="Noto Sans JP" panose="020B0200000000000000" pitchFamily="50" charset="-128"/>
                <a:ea typeface="Noto Sans JP" panose="020B0200000000000000" pitchFamily="50" charset="-128"/>
              </a:rPr>
              <a:t>【B】</a:t>
            </a:r>
            <a:r>
              <a:rPr kumimoji="1" lang="ja-JP" altLang="en-US" sz="2400" b="1" dirty="0">
                <a:solidFill>
                  <a:srgbClr val="FF0000"/>
                </a:solidFill>
                <a:latin typeface="Noto Sans JP" panose="020B0200000000000000" pitchFamily="50" charset="-128"/>
                <a:ea typeface="Noto Sans JP" panose="020B0200000000000000" pitchFamily="50" charset="-128"/>
              </a:rPr>
              <a:t>の文字列が表示される → 「</a:t>
            </a:r>
            <a:r>
              <a:rPr kumimoji="1" lang="en-US" altLang="ja-JP" sz="2400" b="1" dirty="0">
                <a:solidFill>
                  <a:srgbClr val="FF0000"/>
                </a:solidFill>
                <a:latin typeface="Noto Sans JP" panose="020B0200000000000000" pitchFamily="50" charset="-128"/>
                <a:ea typeface="Noto Sans JP" panose="020B0200000000000000" pitchFamily="50" charset="-128"/>
              </a:rPr>
              <a:t>is a</a:t>
            </a:r>
            <a:r>
              <a:rPr kumimoji="1" lang="ja-JP" altLang="en-US" sz="2400" b="1" dirty="0">
                <a:solidFill>
                  <a:srgbClr val="FF0000"/>
                </a:solidFill>
                <a:latin typeface="Noto Sans JP" panose="020B0200000000000000" pitchFamily="50" charset="-128"/>
                <a:ea typeface="Noto Sans JP" panose="020B0200000000000000" pitchFamily="50" charset="-128"/>
              </a:rPr>
              <a:t>」</a:t>
            </a:r>
            <a:r>
              <a:rPr kumimoji="1" lang="en-US" altLang="ja-JP" sz="2400" b="1" dirty="0">
                <a:solidFill>
                  <a:srgbClr val="FF0000"/>
                </a:solidFill>
                <a:latin typeface="Noto Sans JP" panose="020B0200000000000000" pitchFamily="50" charset="-128"/>
                <a:ea typeface="Noto Sans JP" panose="020B0200000000000000" pitchFamily="50" charset="-128"/>
              </a:rPr>
              <a:t> </a:t>
            </a:r>
            <a:r>
              <a:rPr kumimoji="1" lang="ja-JP" altLang="en-US" sz="2400" b="1" dirty="0">
                <a:solidFill>
                  <a:srgbClr val="FF0000"/>
                </a:solidFill>
                <a:latin typeface="Noto Sans JP" panose="020B0200000000000000" pitchFamily="50" charset="-128"/>
                <a:ea typeface="Noto Sans JP" panose="020B0200000000000000" pitchFamily="50" charset="-128"/>
              </a:rPr>
              <a:t>が入る</a:t>
            </a:r>
          </a:p>
        </p:txBody>
      </p:sp>
      <p:cxnSp>
        <p:nvCxnSpPr>
          <p:cNvPr id="33" name="直線コネクタ 32">
            <a:extLst>
              <a:ext uri="{FF2B5EF4-FFF2-40B4-BE49-F238E27FC236}">
                <a16:creationId xmlns:a16="http://schemas.microsoft.com/office/drawing/2014/main" id="{61D6076F-FFE8-85BD-098E-86EC442A7EF7}"/>
              </a:ext>
            </a:extLst>
          </p:cNvPr>
          <p:cNvCxnSpPr>
            <a:cxnSpLocks/>
          </p:cNvCxnSpPr>
          <p:nvPr/>
        </p:nvCxnSpPr>
        <p:spPr>
          <a:xfrm>
            <a:off x="956520" y="7917372"/>
            <a:ext cx="1181505" cy="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テキスト ボックス 33">
            <a:extLst>
              <a:ext uri="{FF2B5EF4-FFF2-40B4-BE49-F238E27FC236}">
                <a16:creationId xmlns:a16="http://schemas.microsoft.com/office/drawing/2014/main" id="{6E1B26A8-2878-17CD-97BE-6BB3137DA63B}"/>
              </a:ext>
            </a:extLst>
          </p:cNvPr>
          <p:cNvSpPr txBox="1"/>
          <p:nvPr/>
        </p:nvSpPr>
        <p:spPr>
          <a:xfrm>
            <a:off x="2173861" y="7644204"/>
            <a:ext cx="418576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2400" b="1" dirty="0">
                <a:solidFill>
                  <a:srgbClr val="FF0000"/>
                </a:solidFill>
                <a:latin typeface="Noto Sans JP" panose="020B0200000000000000" pitchFamily="50" charset="-128"/>
                <a:ea typeface="Noto Sans JP" panose="020B0200000000000000" pitchFamily="50" charset="-128"/>
              </a:rPr>
              <a:t>⑤例外発生。ここで関数中断</a:t>
            </a:r>
          </a:p>
        </p:txBody>
      </p:sp>
      <p:sp>
        <p:nvSpPr>
          <p:cNvPr id="35" name="正方形/長方形 34">
            <a:extLst>
              <a:ext uri="{FF2B5EF4-FFF2-40B4-BE49-F238E27FC236}">
                <a16:creationId xmlns:a16="http://schemas.microsoft.com/office/drawing/2014/main" id="{4C22BDA2-9A48-8575-A875-A8CF9F172DCF}"/>
              </a:ext>
            </a:extLst>
          </p:cNvPr>
          <p:cNvSpPr/>
          <p:nvPr/>
        </p:nvSpPr>
        <p:spPr>
          <a:xfrm>
            <a:off x="14579600" y="1562036"/>
            <a:ext cx="3185625" cy="706322"/>
          </a:xfrm>
          <a:prstGeom prst="rect">
            <a:avLst/>
          </a:prstGeom>
          <a:solidFill>
            <a:schemeClr val="bg1"/>
          </a:solidFill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kumimoji="1" lang="en-US" altLang="ja-JP" sz="3600" dirty="0">
                <a:solidFill>
                  <a:schemeClr val="tx1"/>
                </a:solidFill>
                <a:latin typeface="Noto Sans JP" panose="020B0200000000000000" pitchFamily="50" charset="-128"/>
                <a:ea typeface="Noto Sans JP" panose="020B0200000000000000" pitchFamily="50" charset="-128"/>
              </a:rPr>
              <a:t>【A】</a:t>
            </a:r>
            <a:endParaRPr kumimoji="1" lang="ja-JP" altLang="en-US" sz="3600" dirty="0">
              <a:solidFill>
                <a:schemeClr val="tx1"/>
              </a:solidFill>
              <a:latin typeface="Noto Sans JP" panose="020B0200000000000000" pitchFamily="50" charset="-128"/>
              <a:ea typeface="Noto Sans JP" panose="020B0200000000000000" pitchFamily="50" charset="-128"/>
            </a:endParaRPr>
          </a:p>
        </p:txBody>
      </p:sp>
      <p:sp>
        <p:nvSpPr>
          <p:cNvPr id="36" name="正方形/長方形 35">
            <a:extLst>
              <a:ext uri="{FF2B5EF4-FFF2-40B4-BE49-F238E27FC236}">
                <a16:creationId xmlns:a16="http://schemas.microsoft.com/office/drawing/2014/main" id="{20FD3A3F-2244-C64B-39DE-951A0D175978}"/>
              </a:ext>
            </a:extLst>
          </p:cNvPr>
          <p:cNvSpPr/>
          <p:nvPr/>
        </p:nvSpPr>
        <p:spPr>
          <a:xfrm>
            <a:off x="14579600" y="2268476"/>
            <a:ext cx="3185625" cy="706322"/>
          </a:xfrm>
          <a:prstGeom prst="rect">
            <a:avLst/>
          </a:prstGeom>
          <a:solidFill>
            <a:schemeClr val="bg1"/>
          </a:solidFill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kumimoji="1" lang="en-US" altLang="ja-JP" sz="3600" dirty="0">
                <a:solidFill>
                  <a:schemeClr val="tx1"/>
                </a:solidFill>
                <a:latin typeface="Noto Sans JP" panose="020B0200000000000000" pitchFamily="50" charset="-128"/>
                <a:ea typeface="Noto Sans JP" panose="020B0200000000000000" pitchFamily="50" charset="-128"/>
              </a:rPr>
              <a:t>【B】</a:t>
            </a:r>
            <a:endParaRPr kumimoji="1" lang="ja-JP" altLang="en-US" sz="3600" dirty="0">
              <a:solidFill>
                <a:schemeClr val="tx1"/>
              </a:solidFill>
              <a:latin typeface="Noto Sans JP" panose="020B0200000000000000" pitchFamily="50" charset="-128"/>
              <a:ea typeface="Noto Sans JP" panose="020B0200000000000000" pitchFamily="50" charset="-128"/>
            </a:endParaRPr>
          </a:p>
        </p:txBody>
      </p:sp>
      <p:sp>
        <p:nvSpPr>
          <p:cNvPr id="37" name="正方形/長方形 36">
            <a:extLst>
              <a:ext uri="{FF2B5EF4-FFF2-40B4-BE49-F238E27FC236}">
                <a16:creationId xmlns:a16="http://schemas.microsoft.com/office/drawing/2014/main" id="{8A426DC8-B679-C8BD-CBB2-6FEBF5CEEA20}"/>
              </a:ext>
            </a:extLst>
          </p:cNvPr>
          <p:cNvSpPr/>
          <p:nvPr/>
        </p:nvSpPr>
        <p:spPr>
          <a:xfrm>
            <a:off x="14579600" y="2977106"/>
            <a:ext cx="3185625" cy="706322"/>
          </a:xfrm>
          <a:prstGeom prst="rect">
            <a:avLst/>
          </a:prstGeom>
          <a:solidFill>
            <a:schemeClr val="bg1"/>
          </a:solidFill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kumimoji="1" lang="en-US" altLang="ja-JP" sz="3600" dirty="0">
                <a:solidFill>
                  <a:schemeClr val="tx1"/>
                </a:solidFill>
                <a:latin typeface="Noto Sans JP" panose="020B0200000000000000" pitchFamily="50" charset="-128"/>
                <a:ea typeface="Noto Sans JP" panose="020B0200000000000000" pitchFamily="50" charset="-128"/>
              </a:rPr>
              <a:t>【C】</a:t>
            </a:r>
            <a:endParaRPr kumimoji="1" lang="ja-JP" altLang="en-US" sz="3600" dirty="0">
              <a:solidFill>
                <a:schemeClr val="tx1"/>
              </a:solidFill>
              <a:latin typeface="Noto Sans JP" panose="020B0200000000000000" pitchFamily="50" charset="-128"/>
              <a:ea typeface="Noto Sans JP" panose="020B0200000000000000" pitchFamily="50" charset="-128"/>
            </a:endParaRPr>
          </a:p>
        </p:txBody>
      </p:sp>
      <p:sp>
        <p:nvSpPr>
          <p:cNvPr id="38" name="正方形/長方形 37">
            <a:extLst>
              <a:ext uri="{FF2B5EF4-FFF2-40B4-BE49-F238E27FC236}">
                <a16:creationId xmlns:a16="http://schemas.microsoft.com/office/drawing/2014/main" id="{FD652FB3-818B-424C-1328-B763C9A6C486}"/>
              </a:ext>
            </a:extLst>
          </p:cNvPr>
          <p:cNvSpPr/>
          <p:nvPr/>
        </p:nvSpPr>
        <p:spPr>
          <a:xfrm>
            <a:off x="14579600" y="3681262"/>
            <a:ext cx="3185625" cy="706322"/>
          </a:xfrm>
          <a:prstGeom prst="rect">
            <a:avLst/>
          </a:prstGeom>
          <a:solidFill>
            <a:schemeClr val="bg1"/>
          </a:solidFill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kumimoji="1" lang="en-US" altLang="ja-JP" sz="3600" dirty="0">
                <a:solidFill>
                  <a:schemeClr val="tx1"/>
                </a:solidFill>
                <a:latin typeface="Noto Sans JP" panose="020B0200000000000000" pitchFamily="50" charset="-128"/>
                <a:ea typeface="Noto Sans JP" panose="020B0200000000000000" pitchFamily="50" charset="-128"/>
              </a:rPr>
              <a:t>【D】</a:t>
            </a:r>
            <a:endParaRPr kumimoji="1" lang="ja-JP" altLang="en-US" sz="3600" dirty="0">
              <a:solidFill>
                <a:schemeClr val="tx1"/>
              </a:solidFill>
              <a:latin typeface="Noto Sans JP" panose="020B0200000000000000" pitchFamily="50" charset="-128"/>
              <a:ea typeface="Noto Sans JP" panose="020B0200000000000000" pitchFamily="50" charset="-128"/>
            </a:endParaRPr>
          </a:p>
        </p:txBody>
      </p:sp>
      <p:sp>
        <p:nvSpPr>
          <p:cNvPr id="39" name="正方形/長方形 38">
            <a:extLst>
              <a:ext uri="{FF2B5EF4-FFF2-40B4-BE49-F238E27FC236}">
                <a16:creationId xmlns:a16="http://schemas.microsoft.com/office/drawing/2014/main" id="{A8966B8F-54D4-6DDD-1CB2-043D526210B3}"/>
              </a:ext>
            </a:extLst>
          </p:cNvPr>
          <p:cNvSpPr/>
          <p:nvPr/>
        </p:nvSpPr>
        <p:spPr>
          <a:xfrm>
            <a:off x="15902863" y="2272950"/>
            <a:ext cx="1015038" cy="706322"/>
          </a:xfrm>
          <a:prstGeom prst="rect">
            <a:avLst/>
          </a:prstGeom>
          <a:solidFill>
            <a:schemeClr val="bg1"/>
          </a:solidFill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kumimoji="1" lang="en-US" altLang="ja-JP" sz="3600" dirty="0">
                <a:solidFill>
                  <a:schemeClr val="tx1"/>
                </a:solidFill>
                <a:latin typeface="Noto Sans JP" panose="020B0200000000000000" pitchFamily="50" charset="-128"/>
                <a:ea typeface="Noto Sans JP" panose="020B0200000000000000" pitchFamily="50" charset="-128"/>
              </a:rPr>
              <a:t>is a</a:t>
            </a:r>
            <a:endParaRPr kumimoji="1" lang="ja-JP" altLang="en-US" sz="3600" dirty="0">
              <a:solidFill>
                <a:schemeClr val="tx1"/>
              </a:solidFill>
              <a:latin typeface="Noto Sans JP" panose="020B0200000000000000" pitchFamily="50" charset="-128"/>
              <a:ea typeface="Noto Sans JP" panose="020B0200000000000000" pitchFamily="50" charset="-128"/>
            </a:endParaRPr>
          </a:p>
        </p:txBody>
      </p:sp>
      <p:cxnSp>
        <p:nvCxnSpPr>
          <p:cNvPr id="40" name="直線コネクタ 39">
            <a:extLst>
              <a:ext uri="{FF2B5EF4-FFF2-40B4-BE49-F238E27FC236}">
                <a16:creationId xmlns:a16="http://schemas.microsoft.com/office/drawing/2014/main" id="{1BC5E101-7E12-F603-B424-39F15F314C73}"/>
              </a:ext>
            </a:extLst>
          </p:cNvPr>
          <p:cNvCxnSpPr>
            <a:cxnSpLocks/>
          </p:cNvCxnSpPr>
          <p:nvPr/>
        </p:nvCxnSpPr>
        <p:spPr>
          <a:xfrm>
            <a:off x="956520" y="8111141"/>
            <a:ext cx="1181505" cy="0"/>
          </a:xfrm>
          <a:prstGeom prst="line">
            <a:avLst/>
          </a:prstGeom>
          <a:ln w="38100" cmpd="dbl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" name="テキスト ボックス 40">
            <a:extLst>
              <a:ext uri="{FF2B5EF4-FFF2-40B4-BE49-F238E27FC236}">
                <a16:creationId xmlns:a16="http://schemas.microsoft.com/office/drawing/2014/main" id="{6557D211-B9ED-D397-1940-13B60ED233F2}"/>
              </a:ext>
            </a:extLst>
          </p:cNvPr>
          <p:cNvSpPr txBox="1"/>
          <p:nvPr/>
        </p:nvSpPr>
        <p:spPr>
          <a:xfrm>
            <a:off x="1970661" y="8150200"/>
            <a:ext cx="233910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2400" b="1" dirty="0">
                <a:solidFill>
                  <a:srgbClr val="FF0000"/>
                </a:solidFill>
                <a:latin typeface="Noto Sans JP" panose="020B0200000000000000" pitchFamily="50" charset="-128"/>
                <a:ea typeface="Noto Sans JP" panose="020B0200000000000000" pitchFamily="50" charset="-128"/>
              </a:rPr>
              <a:t>⑥実行されない</a:t>
            </a:r>
          </a:p>
        </p:txBody>
      </p:sp>
      <p:sp>
        <p:nvSpPr>
          <p:cNvPr id="42" name="正方形/長方形 41">
            <a:extLst>
              <a:ext uri="{FF2B5EF4-FFF2-40B4-BE49-F238E27FC236}">
                <a16:creationId xmlns:a16="http://schemas.microsoft.com/office/drawing/2014/main" id="{990813F2-267C-B1F2-AC62-71E5BE4AEE37}"/>
              </a:ext>
            </a:extLst>
          </p:cNvPr>
          <p:cNvSpPr/>
          <p:nvPr/>
        </p:nvSpPr>
        <p:spPr>
          <a:xfrm>
            <a:off x="15902863" y="2970466"/>
            <a:ext cx="1015038" cy="706322"/>
          </a:xfrm>
          <a:prstGeom prst="rect">
            <a:avLst/>
          </a:prstGeom>
          <a:solidFill>
            <a:schemeClr val="bg1"/>
          </a:solidFill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kumimoji="1" lang="en-US" altLang="ja-JP" sz="3600" dirty="0">
                <a:solidFill>
                  <a:schemeClr val="tx1"/>
                </a:solidFill>
                <a:latin typeface="Noto Sans JP" panose="020B0200000000000000" pitchFamily="50" charset="-128"/>
                <a:ea typeface="Noto Sans JP" panose="020B0200000000000000" pitchFamily="50" charset="-128"/>
              </a:rPr>
              <a:t>???</a:t>
            </a:r>
            <a:endParaRPr kumimoji="1" lang="ja-JP" altLang="en-US" sz="3600" dirty="0">
              <a:solidFill>
                <a:schemeClr val="tx1"/>
              </a:solidFill>
              <a:latin typeface="Noto Sans JP" panose="020B0200000000000000" pitchFamily="50" charset="-128"/>
              <a:ea typeface="Noto Sans JP" panose="020B0200000000000000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131551272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10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6" dur="10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7" dur="10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  <p:bldP spid="14" grpId="0"/>
      <p:bldP spid="27" grpId="0"/>
      <p:bldP spid="32" grpId="0"/>
      <p:bldP spid="34" grpId="0"/>
      <p:bldP spid="39" grpId="0" animBg="1"/>
      <p:bldP spid="41" grpId="0"/>
      <p:bldP spid="42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60AC13C-9B40-AFCB-99E2-D2BF016096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タイトル 7">
            <a:extLst>
              <a:ext uri="{FF2B5EF4-FFF2-40B4-BE49-F238E27FC236}">
                <a16:creationId xmlns:a16="http://schemas.microsoft.com/office/drawing/2014/main" id="{BAC5E620-D2C0-37D3-B0EE-5B0DA843EB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2775" y="348253"/>
            <a:ext cx="17646914" cy="770016"/>
          </a:xfrm>
        </p:spPr>
        <p:txBody>
          <a:bodyPr/>
          <a:lstStyle/>
          <a:p>
            <a:r>
              <a:rPr lang="en-US" altLang="ja-JP" dirty="0">
                <a:solidFill>
                  <a:schemeClr val="bg1"/>
                </a:solidFill>
                <a:latin typeface="Noto Sans JP" panose="020B0200000000000000" pitchFamily="50" charset="-128"/>
                <a:ea typeface="Noto Sans JP" panose="020B0200000000000000" pitchFamily="50" charset="-128"/>
              </a:rPr>
              <a:t>31.</a:t>
            </a:r>
            <a:r>
              <a:rPr lang="ja-JP" altLang="en-US" dirty="0">
                <a:solidFill>
                  <a:schemeClr val="bg1"/>
                </a:solidFill>
                <a:latin typeface="Noto Sans JP" panose="020B0200000000000000" pitchFamily="50" charset="-128"/>
                <a:ea typeface="Noto Sans JP" panose="020B0200000000000000" pitchFamily="50" charset="-128"/>
              </a:rPr>
              <a:t>例外送出</a:t>
            </a:r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CFDDA654-279B-C9FC-DDC0-F4129AA3B622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altLang="ja-JP" sz="2400" dirty="0">
                <a:latin typeface="Noto Sans JP" panose="020B0200000000000000" pitchFamily="50" charset="-128"/>
                <a:ea typeface="Noto Sans JP" panose="020B0200000000000000" pitchFamily="50" charset="-128"/>
              </a:rPr>
              <a:t>Prime Study </a:t>
            </a:r>
            <a:r>
              <a:rPr lang="ja-JP" altLang="en-US" sz="2400" dirty="0">
                <a:latin typeface="Noto Sans JP" panose="020B0200000000000000" pitchFamily="50" charset="-128"/>
                <a:ea typeface="Noto Sans JP" panose="020B0200000000000000" pitchFamily="50" charset="-128"/>
              </a:rPr>
              <a:t>第</a:t>
            </a:r>
            <a:r>
              <a:rPr lang="en-US" altLang="ja-JP" sz="2400" dirty="0">
                <a:latin typeface="Noto Sans JP" panose="020B0200000000000000" pitchFamily="50" charset="-128"/>
                <a:ea typeface="Noto Sans JP" panose="020B0200000000000000" pitchFamily="50" charset="-128"/>
              </a:rPr>
              <a:t>2</a:t>
            </a:r>
            <a:r>
              <a:rPr lang="ja-JP" altLang="en-US" sz="2400" dirty="0">
                <a:latin typeface="Noto Sans JP" panose="020B0200000000000000" pitchFamily="50" charset="-128"/>
                <a:ea typeface="Noto Sans JP" panose="020B0200000000000000" pitchFamily="50" charset="-128"/>
              </a:rPr>
              <a:t>回</a:t>
            </a:r>
            <a:endParaRPr lang="en-US" altLang="ja-JP" sz="2400" dirty="0">
              <a:latin typeface="Noto Sans JP" panose="020B0200000000000000" pitchFamily="50" charset="-128"/>
              <a:ea typeface="Noto Sans JP" panose="020B0200000000000000" pitchFamily="50" charset="-128"/>
            </a:endParaRPr>
          </a:p>
        </p:txBody>
      </p:sp>
      <p:pic>
        <p:nvPicPr>
          <p:cNvPr id="17" name="図 16">
            <a:extLst>
              <a:ext uri="{FF2B5EF4-FFF2-40B4-BE49-F238E27FC236}">
                <a16:creationId xmlns:a16="http://schemas.microsoft.com/office/drawing/2014/main" id="{08495927-9CEE-7503-B328-F8AFC414913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2775" y="1562036"/>
            <a:ext cx="15146864" cy="914528"/>
          </a:xfrm>
          <a:prstGeom prst="rect">
            <a:avLst/>
          </a:prstGeom>
        </p:spPr>
      </p:pic>
      <p:pic>
        <p:nvPicPr>
          <p:cNvPr id="4" name="図 3">
            <a:extLst>
              <a:ext uri="{FF2B5EF4-FFF2-40B4-BE49-F238E27FC236}">
                <a16:creationId xmlns:a16="http://schemas.microsoft.com/office/drawing/2014/main" id="{240B65FF-C791-AE87-8A15-8484FF4ED4B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2775" y="2476564"/>
            <a:ext cx="15146864" cy="7375351"/>
          </a:xfrm>
          <a:prstGeom prst="rect">
            <a:avLst/>
          </a:prstGeom>
        </p:spPr>
      </p:pic>
      <p:pic>
        <p:nvPicPr>
          <p:cNvPr id="9" name="図 8">
            <a:extLst>
              <a:ext uri="{FF2B5EF4-FFF2-40B4-BE49-F238E27FC236}">
                <a16:creationId xmlns:a16="http://schemas.microsoft.com/office/drawing/2014/main" id="{E4C7326D-C2D9-8ECB-52F7-A5937DF6AD7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030639" y="5596615"/>
            <a:ext cx="4734586" cy="4124901"/>
          </a:xfrm>
          <a:prstGeom prst="rect">
            <a:avLst/>
          </a:prstGeom>
          <a:ln w="38100">
            <a:solidFill>
              <a:srgbClr val="0066FF"/>
            </a:solidFill>
          </a:ln>
        </p:spPr>
      </p:pic>
      <p:pic>
        <p:nvPicPr>
          <p:cNvPr id="11" name="図 10">
            <a:extLst>
              <a:ext uri="{FF2B5EF4-FFF2-40B4-BE49-F238E27FC236}">
                <a16:creationId xmlns:a16="http://schemas.microsoft.com/office/drawing/2014/main" id="{549B3F96-2A85-5783-1CF9-8FD264FFD31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987835" y="2476564"/>
            <a:ext cx="1200318" cy="1267002"/>
          </a:xfrm>
          <a:prstGeom prst="rect">
            <a:avLst/>
          </a:prstGeom>
          <a:ln w="28575">
            <a:solidFill>
              <a:schemeClr val="tx1"/>
            </a:solidFill>
          </a:ln>
        </p:spPr>
      </p:pic>
      <p:sp>
        <p:nvSpPr>
          <p:cNvPr id="12" name="正方形/長方形 11">
            <a:extLst>
              <a:ext uri="{FF2B5EF4-FFF2-40B4-BE49-F238E27FC236}">
                <a16:creationId xmlns:a16="http://schemas.microsoft.com/office/drawing/2014/main" id="{FC234066-7580-93A6-F11C-E5C26AD2691C}"/>
              </a:ext>
            </a:extLst>
          </p:cNvPr>
          <p:cNvSpPr/>
          <p:nvPr/>
        </p:nvSpPr>
        <p:spPr>
          <a:xfrm>
            <a:off x="12987835" y="5098381"/>
            <a:ext cx="1406446" cy="498234"/>
          </a:xfrm>
          <a:prstGeom prst="rect">
            <a:avLst/>
          </a:prstGeom>
          <a:solidFill>
            <a:srgbClr val="0066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2400" dirty="0">
                <a:latin typeface="Noto Sans JP" panose="020B0200000000000000" pitchFamily="50" charset="-128"/>
                <a:ea typeface="Noto Sans JP" panose="020B0200000000000000" pitchFamily="50" charset="-128"/>
              </a:rPr>
              <a:t>選択肢</a:t>
            </a:r>
          </a:p>
        </p:txBody>
      </p:sp>
      <p:cxnSp>
        <p:nvCxnSpPr>
          <p:cNvPr id="6" name="直線コネクタ 5">
            <a:extLst>
              <a:ext uri="{FF2B5EF4-FFF2-40B4-BE49-F238E27FC236}">
                <a16:creationId xmlns:a16="http://schemas.microsoft.com/office/drawing/2014/main" id="{E242BE24-0451-9722-0056-C42906902A4C}"/>
              </a:ext>
            </a:extLst>
          </p:cNvPr>
          <p:cNvCxnSpPr>
            <a:cxnSpLocks/>
          </p:cNvCxnSpPr>
          <p:nvPr/>
        </p:nvCxnSpPr>
        <p:spPr>
          <a:xfrm>
            <a:off x="969645" y="6210300"/>
            <a:ext cx="1299210" cy="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テキスト ボックス 9">
            <a:extLst>
              <a:ext uri="{FF2B5EF4-FFF2-40B4-BE49-F238E27FC236}">
                <a16:creationId xmlns:a16="http://schemas.microsoft.com/office/drawing/2014/main" id="{0226424C-EED6-6BA2-4833-54AC9618D126}"/>
              </a:ext>
            </a:extLst>
          </p:cNvPr>
          <p:cNvSpPr txBox="1"/>
          <p:nvPr/>
        </p:nvSpPr>
        <p:spPr>
          <a:xfrm>
            <a:off x="2311659" y="5868207"/>
            <a:ext cx="492154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2000" b="1" dirty="0">
                <a:solidFill>
                  <a:srgbClr val="FF0000"/>
                </a:solidFill>
                <a:latin typeface="Noto Sans JP" panose="020B0200000000000000" pitchFamily="50" charset="-128"/>
                <a:ea typeface="Noto Sans JP" panose="020B0200000000000000" pitchFamily="50" charset="-128"/>
              </a:rPr>
              <a:t>⑥</a:t>
            </a:r>
            <a:r>
              <a:rPr kumimoji="1" lang="en-US" altLang="ja-JP" sz="2000" b="1" dirty="0" err="1">
                <a:solidFill>
                  <a:srgbClr val="FF0000"/>
                </a:solidFill>
                <a:latin typeface="Noto Sans JP" panose="020B0200000000000000" pitchFamily="50" charset="-128"/>
                <a:ea typeface="Noto Sans JP" panose="020B0200000000000000" pitchFamily="50" charset="-128"/>
              </a:rPr>
              <a:t>func</a:t>
            </a:r>
            <a:r>
              <a:rPr kumimoji="1" lang="ja-JP" altLang="en-US" sz="2000" b="1" dirty="0">
                <a:solidFill>
                  <a:srgbClr val="FF0000"/>
                </a:solidFill>
                <a:latin typeface="Noto Sans JP" panose="020B0200000000000000" pitchFamily="50" charset="-128"/>
                <a:ea typeface="Noto Sans JP" panose="020B0200000000000000" pitchFamily="50" charset="-128"/>
              </a:rPr>
              <a:t>の</a:t>
            </a:r>
            <a:r>
              <a:rPr kumimoji="1" lang="en-US" altLang="ja-JP" sz="2000" b="1" dirty="0">
                <a:solidFill>
                  <a:srgbClr val="FF0000"/>
                </a:solidFill>
                <a:latin typeface="Noto Sans JP" panose="020B0200000000000000" pitchFamily="50" charset="-128"/>
                <a:ea typeface="Noto Sans JP" panose="020B0200000000000000" pitchFamily="50" charset="-128"/>
              </a:rPr>
              <a:t>except </a:t>
            </a:r>
            <a:r>
              <a:rPr kumimoji="1" lang="en-US" altLang="ja-JP" sz="2000" b="1" dirty="0" err="1">
                <a:solidFill>
                  <a:srgbClr val="FF0000"/>
                </a:solidFill>
                <a:latin typeface="Noto Sans JP" panose="020B0200000000000000" pitchFamily="50" charset="-128"/>
                <a:ea typeface="Noto Sans JP" panose="020B0200000000000000" pitchFamily="50" charset="-128"/>
              </a:rPr>
              <a:t>wexal</a:t>
            </a:r>
            <a:r>
              <a:rPr kumimoji="1" lang="ja-JP" altLang="en-US" sz="2000" b="1" dirty="0">
                <a:solidFill>
                  <a:srgbClr val="FF0000"/>
                </a:solidFill>
                <a:latin typeface="Noto Sans JP" panose="020B0200000000000000" pitchFamily="50" charset="-128"/>
                <a:ea typeface="Noto Sans JP" panose="020B0200000000000000" pitchFamily="50" charset="-128"/>
              </a:rPr>
              <a:t>にキャッチされる</a:t>
            </a:r>
          </a:p>
        </p:txBody>
      </p:sp>
      <p:sp>
        <p:nvSpPr>
          <p:cNvPr id="35" name="正方形/長方形 34">
            <a:extLst>
              <a:ext uri="{FF2B5EF4-FFF2-40B4-BE49-F238E27FC236}">
                <a16:creationId xmlns:a16="http://schemas.microsoft.com/office/drawing/2014/main" id="{5C362E8B-CF54-D1E3-CD1E-585F9E52386F}"/>
              </a:ext>
            </a:extLst>
          </p:cNvPr>
          <p:cNvSpPr/>
          <p:nvPr/>
        </p:nvSpPr>
        <p:spPr>
          <a:xfrm>
            <a:off x="14579600" y="1562036"/>
            <a:ext cx="3185625" cy="706322"/>
          </a:xfrm>
          <a:prstGeom prst="rect">
            <a:avLst/>
          </a:prstGeom>
          <a:solidFill>
            <a:schemeClr val="bg1"/>
          </a:solidFill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kumimoji="1" lang="en-US" altLang="ja-JP" sz="3600" dirty="0">
                <a:solidFill>
                  <a:schemeClr val="tx1"/>
                </a:solidFill>
                <a:latin typeface="Noto Sans JP" panose="020B0200000000000000" pitchFamily="50" charset="-128"/>
                <a:ea typeface="Noto Sans JP" panose="020B0200000000000000" pitchFamily="50" charset="-128"/>
              </a:rPr>
              <a:t>【A】</a:t>
            </a:r>
            <a:endParaRPr kumimoji="1" lang="ja-JP" altLang="en-US" sz="3600" dirty="0">
              <a:solidFill>
                <a:schemeClr val="tx1"/>
              </a:solidFill>
              <a:latin typeface="Noto Sans JP" panose="020B0200000000000000" pitchFamily="50" charset="-128"/>
              <a:ea typeface="Noto Sans JP" panose="020B0200000000000000" pitchFamily="50" charset="-128"/>
            </a:endParaRPr>
          </a:p>
        </p:txBody>
      </p:sp>
      <p:sp>
        <p:nvSpPr>
          <p:cNvPr id="36" name="正方形/長方形 35">
            <a:extLst>
              <a:ext uri="{FF2B5EF4-FFF2-40B4-BE49-F238E27FC236}">
                <a16:creationId xmlns:a16="http://schemas.microsoft.com/office/drawing/2014/main" id="{5E361DF2-BC62-918F-8DC1-493D58E30C58}"/>
              </a:ext>
            </a:extLst>
          </p:cNvPr>
          <p:cNvSpPr/>
          <p:nvPr/>
        </p:nvSpPr>
        <p:spPr>
          <a:xfrm>
            <a:off x="14579600" y="2268476"/>
            <a:ext cx="3185625" cy="706322"/>
          </a:xfrm>
          <a:prstGeom prst="rect">
            <a:avLst/>
          </a:prstGeom>
          <a:solidFill>
            <a:schemeClr val="bg1"/>
          </a:solidFill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kumimoji="1" lang="en-US" altLang="ja-JP" sz="3600" dirty="0">
                <a:solidFill>
                  <a:schemeClr val="tx1"/>
                </a:solidFill>
                <a:latin typeface="Noto Sans JP" panose="020B0200000000000000" pitchFamily="50" charset="-128"/>
                <a:ea typeface="Noto Sans JP" panose="020B0200000000000000" pitchFamily="50" charset="-128"/>
              </a:rPr>
              <a:t>【B】</a:t>
            </a:r>
            <a:endParaRPr kumimoji="1" lang="ja-JP" altLang="en-US" sz="3600" dirty="0">
              <a:solidFill>
                <a:schemeClr val="tx1"/>
              </a:solidFill>
              <a:latin typeface="Noto Sans JP" panose="020B0200000000000000" pitchFamily="50" charset="-128"/>
              <a:ea typeface="Noto Sans JP" panose="020B0200000000000000" pitchFamily="50" charset="-128"/>
            </a:endParaRPr>
          </a:p>
        </p:txBody>
      </p:sp>
      <p:sp>
        <p:nvSpPr>
          <p:cNvPr id="37" name="正方形/長方形 36">
            <a:extLst>
              <a:ext uri="{FF2B5EF4-FFF2-40B4-BE49-F238E27FC236}">
                <a16:creationId xmlns:a16="http://schemas.microsoft.com/office/drawing/2014/main" id="{BF6EAD6F-3070-3A13-9DEC-86E8503BB91F}"/>
              </a:ext>
            </a:extLst>
          </p:cNvPr>
          <p:cNvSpPr/>
          <p:nvPr/>
        </p:nvSpPr>
        <p:spPr>
          <a:xfrm>
            <a:off x="14579600" y="2977106"/>
            <a:ext cx="3185625" cy="706322"/>
          </a:xfrm>
          <a:prstGeom prst="rect">
            <a:avLst/>
          </a:prstGeom>
          <a:solidFill>
            <a:schemeClr val="bg1"/>
          </a:solidFill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kumimoji="1" lang="en-US" altLang="ja-JP" sz="3600" dirty="0">
                <a:solidFill>
                  <a:schemeClr val="tx1"/>
                </a:solidFill>
                <a:latin typeface="Noto Sans JP" panose="020B0200000000000000" pitchFamily="50" charset="-128"/>
                <a:ea typeface="Noto Sans JP" panose="020B0200000000000000" pitchFamily="50" charset="-128"/>
              </a:rPr>
              <a:t>【C】</a:t>
            </a:r>
            <a:endParaRPr kumimoji="1" lang="ja-JP" altLang="en-US" sz="3600" dirty="0">
              <a:solidFill>
                <a:schemeClr val="tx1"/>
              </a:solidFill>
              <a:latin typeface="Noto Sans JP" panose="020B0200000000000000" pitchFamily="50" charset="-128"/>
              <a:ea typeface="Noto Sans JP" panose="020B0200000000000000" pitchFamily="50" charset="-128"/>
            </a:endParaRPr>
          </a:p>
        </p:txBody>
      </p:sp>
      <p:sp>
        <p:nvSpPr>
          <p:cNvPr id="38" name="正方形/長方形 37">
            <a:extLst>
              <a:ext uri="{FF2B5EF4-FFF2-40B4-BE49-F238E27FC236}">
                <a16:creationId xmlns:a16="http://schemas.microsoft.com/office/drawing/2014/main" id="{1F6228C7-6AB3-9B8D-F5E3-8138CED230CE}"/>
              </a:ext>
            </a:extLst>
          </p:cNvPr>
          <p:cNvSpPr/>
          <p:nvPr/>
        </p:nvSpPr>
        <p:spPr>
          <a:xfrm>
            <a:off x="14579600" y="3681262"/>
            <a:ext cx="3185625" cy="706322"/>
          </a:xfrm>
          <a:prstGeom prst="rect">
            <a:avLst/>
          </a:prstGeom>
          <a:solidFill>
            <a:schemeClr val="bg1"/>
          </a:solidFill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kumimoji="1" lang="en-US" altLang="ja-JP" sz="3600" dirty="0">
                <a:solidFill>
                  <a:schemeClr val="tx1"/>
                </a:solidFill>
                <a:latin typeface="Noto Sans JP" panose="020B0200000000000000" pitchFamily="50" charset="-128"/>
                <a:ea typeface="Noto Sans JP" panose="020B0200000000000000" pitchFamily="50" charset="-128"/>
              </a:rPr>
              <a:t>【D】</a:t>
            </a:r>
            <a:endParaRPr kumimoji="1" lang="ja-JP" altLang="en-US" sz="3600" dirty="0">
              <a:solidFill>
                <a:schemeClr val="tx1"/>
              </a:solidFill>
              <a:latin typeface="Noto Sans JP" panose="020B0200000000000000" pitchFamily="50" charset="-128"/>
              <a:ea typeface="Noto Sans JP" panose="020B0200000000000000" pitchFamily="50" charset="-128"/>
            </a:endParaRPr>
          </a:p>
        </p:txBody>
      </p:sp>
      <p:sp>
        <p:nvSpPr>
          <p:cNvPr id="39" name="正方形/長方形 38">
            <a:extLst>
              <a:ext uri="{FF2B5EF4-FFF2-40B4-BE49-F238E27FC236}">
                <a16:creationId xmlns:a16="http://schemas.microsoft.com/office/drawing/2014/main" id="{52218F8D-9113-0C7E-E5E1-AB725DC694BC}"/>
              </a:ext>
            </a:extLst>
          </p:cNvPr>
          <p:cNvSpPr/>
          <p:nvPr/>
        </p:nvSpPr>
        <p:spPr>
          <a:xfrm>
            <a:off x="15902863" y="2272950"/>
            <a:ext cx="1015038" cy="706322"/>
          </a:xfrm>
          <a:prstGeom prst="rect">
            <a:avLst/>
          </a:prstGeom>
          <a:solidFill>
            <a:schemeClr val="bg1"/>
          </a:solidFill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kumimoji="1" lang="en-US" altLang="ja-JP" sz="3600" dirty="0">
                <a:solidFill>
                  <a:schemeClr val="tx1"/>
                </a:solidFill>
                <a:latin typeface="Noto Sans JP" panose="020B0200000000000000" pitchFamily="50" charset="-128"/>
                <a:ea typeface="Noto Sans JP" panose="020B0200000000000000" pitchFamily="50" charset="-128"/>
              </a:rPr>
              <a:t>is a</a:t>
            </a:r>
            <a:endParaRPr kumimoji="1" lang="ja-JP" altLang="en-US" sz="3600" dirty="0">
              <a:solidFill>
                <a:schemeClr val="tx1"/>
              </a:solidFill>
              <a:latin typeface="Noto Sans JP" panose="020B0200000000000000" pitchFamily="50" charset="-128"/>
              <a:ea typeface="Noto Sans JP" panose="020B0200000000000000" pitchFamily="50" charset="-128"/>
            </a:endParaRPr>
          </a:p>
        </p:txBody>
      </p:sp>
      <p:sp>
        <p:nvSpPr>
          <p:cNvPr id="42" name="正方形/長方形 41">
            <a:extLst>
              <a:ext uri="{FF2B5EF4-FFF2-40B4-BE49-F238E27FC236}">
                <a16:creationId xmlns:a16="http://schemas.microsoft.com/office/drawing/2014/main" id="{CC4D5946-9B3F-22F4-A75D-2E12C8BE43CF}"/>
              </a:ext>
            </a:extLst>
          </p:cNvPr>
          <p:cNvSpPr/>
          <p:nvPr/>
        </p:nvSpPr>
        <p:spPr>
          <a:xfrm>
            <a:off x="15902863" y="2970466"/>
            <a:ext cx="1015038" cy="706322"/>
          </a:xfrm>
          <a:prstGeom prst="rect">
            <a:avLst/>
          </a:prstGeom>
          <a:solidFill>
            <a:schemeClr val="bg1"/>
          </a:solidFill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kumimoji="1" lang="en-US" altLang="ja-JP" sz="3600" dirty="0">
                <a:solidFill>
                  <a:schemeClr val="tx1"/>
                </a:solidFill>
                <a:latin typeface="Noto Sans JP" panose="020B0200000000000000" pitchFamily="50" charset="-128"/>
                <a:ea typeface="Noto Sans JP" panose="020B0200000000000000" pitchFamily="50" charset="-128"/>
              </a:rPr>
              <a:t>???</a:t>
            </a:r>
            <a:endParaRPr kumimoji="1" lang="ja-JP" altLang="en-US" sz="3600" dirty="0">
              <a:solidFill>
                <a:schemeClr val="tx1"/>
              </a:solidFill>
              <a:latin typeface="Noto Sans JP" panose="020B0200000000000000" pitchFamily="50" charset="-128"/>
              <a:ea typeface="Noto Sans JP" panose="020B0200000000000000" pitchFamily="50" charset="-128"/>
            </a:endParaRPr>
          </a:p>
        </p:txBody>
      </p:sp>
      <p:cxnSp>
        <p:nvCxnSpPr>
          <p:cNvPr id="2" name="直線コネクタ 1">
            <a:extLst>
              <a:ext uri="{FF2B5EF4-FFF2-40B4-BE49-F238E27FC236}">
                <a16:creationId xmlns:a16="http://schemas.microsoft.com/office/drawing/2014/main" id="{75D69565-EE4A-150F-EF09-4675609D861A}"/>
              </a:ext>
            </a:extLst>
          </p:cNvPr>
          <p:cNvCxnSpPr>
            <a:cxnSpLocks/>
          </p:cNvCxnSpPr>
          <p:nvPr/>
        </p:nvCxnSpPr>
        <p:spPr>
          <a:xfrm>
            <a:off x="1171287" y="6578600"/>
            <a:ext cx="1073727" cy="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D48D0272-E66D-D688-91EC-FA0216D99A48}"/>
              </a:ext>
            </a:extLst>
          </p:cNvPr>
          <p:cNvSpPr txBox="1"/>
          <p:nvPr/>
        </p:nvSpPr>
        <p:spPr>
          <a:xfrm>
            <a:off x="2311659" y="6248400"/>
            <a:ext cx="602921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2000" b="1" dirty="0">
                <a:solidFill>
                  <a:srgbClr val="FF0000"/>
                </a:solidFill>
                <a:latin typeface="Noto Sans JP" panose="020B0200000000000000" pitchFamily="50" charset="-128"/>
                <a:ea typeface="Noto Sans JP" panose="020B0200000000000000" pitchFamily="50" charset="-128"/>
              </a:rPr>
              <a:t>⑦</a:t>
            </a:r>
            <a:r>
              <a:rPr kumimoji="1" lang="en-US" altLang="ja-JP" sz="2000" b="1" dirty="0" err="1">
                <a:solidFill>
                  <a:srgbClr val="FF0000"/>
                </a:solidFill>
                <a:latin typeface="Noto Sans JP" panose="020B0200000000000000" pitchFamily="50" charset="-128"/>
                <a:ea typeface="Noto Sans JP" panose="020B0200000000000000" pitchFamily="50" charset="-128"/>
              </a:rPr>
              <a:t>print【A</a:t>
            </a:r>
            <a:r>
              <a:rPr kumimoji="1" lang="en-US" altLang="ja-JP" sz="2000" b="1" dirty="0">
                <a:solidFill>
                  <a:srgbClr val="FF0000"/>
                </a:solidFill>
                <a:latin typeface="Noto Sans JP" panose="020B0200000000000000" pitchFamily="50" charset="-128"/>
                <a:ea typeface="Noto Sans JP" panose="020B0200000000000000" pitchFamily="50" charset="-128"/>
              </a:rPr>
              <a:t>】</a:t>
            </a:r>
            <a:r>
              <a:rPr kumimoji="1" lang="ja-JP" altLang="en-US" sz="2000" b="1" dirty="0">
                <a:solidFill>
                  <a:srgbClr val="FF0000"/>
                </a:solidFill>
                <a:latin typeface="Noto Sans JP" panose="020B0200000000000000" pitchFamily="50" charset="-128"/>
                <a:ea typeface="Noto Sans JP" panose="020B0200000000000000" pitchFamily="50" charset="-128"/>
              </a:rPr>
              <a:t>が実行される → 「</a:t>
            </a:r>
            <a:r>
              <a:rPr kumimoji="1" lang="en-US" altLang="ja-JP" sz="2000" b="1" dirty="0">
                <a:solidFill>
                  <a:srgbClr val="FF0000"/>
                </a:solidFill>
                <a:latin typeface="Noto Sans JP" panose="020B0200000000000000" pitchFamily="50" charset="-128"/>
                <a:ea typeface="Noto Sans JP" panose="020B0200000000000000" pitchFamily="50" charset="-128"/>
              </a:rPr>
              <a:t>strategic</a:t>
            </a:r>
            <a:r>
              <a:rPr kumimoji="1" lang="ja-JP" altLang="en-US" sz="2000" b="1" dirty="0">
                <a:solidFill>
                  <a:srgbClr val="FF0000"/>
                </a:solidFill>
                <a:latin typeface="Noto Sans JP" panose="020B0200000000000000" pitchFamily="50" charset="-128"/>
                <a:ea typeface="Noto Sans JP" panose="020B0200000000000000" pitchFamily="50" charset="-128"/>
              </a:rPr>
              <a:t>」が入る</a:t>
            </a:r>
          </a:p>
        </p:txBody>
      </p:sp>
      <p:sp>
        <p:nvSpPr>
          <p:cNvPr id="13" name="正方形/長方形 12">
            <a:extLst>
              <a:ext uri="{FF2B5EF4-FFF2-40B4-BE49-F238E27FC236}">
                <a16:creationId xmlns:a16="http://schemas.microsoft.com/office/drawing/2014/main" id="{ABB8F0CC-D12D-9CEA-ED71-25827540D91A}"/>
              </a:ext>
            </a:extLst>
          </p:cNvPr>
          <p:cNvSpPr/>
          <p:nvPr/>
        </p:nvSpPr>
        <p:spPr>
          <a:xfrm>
            <a:off x="15902863" y="1570960"/>
            <a:ext cx="1798203" cy="706322"/>
          </a:xfrm>
          <a:prstGeom prst="rect">
            <a:avLst/>
          </a:prstGeom>
          <a:noFill/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kumimoji="1" lang="en-US" altLang="ja-JP" sz="3200" dirty="0">
                <a:solidFill>
                  <a:schemeClr val="tx1"/>
                </a:solidFill>
                <a:latin typeface="Noto Sans JP" panose="020B0200000000000000" pitchFamily="50" charset="-128"/>
                <a:ea typeface="Noto Sans JP" panose="020B0200000000000000" pitchFamily="50" charset="-128"/>
              </a:rPr>
              <a:t>strategic</a:t>
            </a:r>
            <a:endParaRPr kumimoji="1" lang="ja-JP" altLang="en-US" sz="3200" dirty="0">
              <a:solidFill>
                <a:schemeClr val="tx1"/>
              </a:solidFill>
              <a:latin typeface="Noto Sans JP" panose="020B0200000000000000" pitchFamily="50" charset="-128"/>
              <a:ea typeface="Noto Sans JP" panose="020B0200000000000000" pitchFamily="50" charset="-128"/>
            </a:endParaRPr>
          </a:p>
        </p:txBody>
      </p:sp>
      <p:cxnSp>
        <p:nvCxnSpPr>
          <p:cNvPr id="16" name="直線コネクタ 15">
            <a:extLst>
              <a:ext uri="{FF2B5EF4-FFF2-40B4-BE49-F238E27FC236}">
                <a16:creationId xmlns:a16="http://schemas.microsoft.com/office/drawing/2014/main" id="{9A9FDF39-1DEF-FD59-D10E-8CD17C2F70AE}"/>
              </a:ext>
            </a:extLst>
          </p:cNvPr>
          <p:cNvCxnSpPr>
            <a:cxnSpLocks/>
          </p:cNvCxnSpPr>
          <p:nvPr/>
        </p:nvCxnSpPr>
        <p:spPr>
          <a:xfrm>
            <a:off x="1188828" y="6921500"/>
            <a:ext cx="1572044" cy="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テキスト ボックス 17">
            <a:extLst>
              <a:ext uri="{FF2B5EF4-FFF2-40B4-BE49-F238E27FC236}">
                <a16:creationId xmlns:a16="http://schemas.microsoft.com/office/drawing/2014/main" id="{8E744B4A-5459-B838-0289-6B4DBB7916D8}"/>
              </a:ext>
            </a:extLst>
          </p:cNvPr>
          <p:cNvSpPr txBox="1"/>
          <p:nvPr/>
        </p:nvSpPr>
        <p:spPr>
          <a:xfrm>
            <a:off x="2748172" y="6661190"/>
            <a:ext cx="326243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2000" b="1" dirty="0">
                <a:solidFill>
                  <a:srgbClr val="FF0000"/>
                </a:solidFill>
                <a:latin typeface="Noto Sans JP" panose="020B0200000000000000" pitchFamily="50" charset="-128"/>
                <a:ea typeface="Noto Sans JP" panose="020B0200000000000000" pitchFamily="50" charset="-128"/>
              </a:rPr>
              <a:t>⑧新しい例外を発生させる</a:t>
            </a:r>
          </a:p>
        </p:txBody>
      </p:sp>
      <p:cxnSp>
        <p:nvCxnSpPr>
          <p:cNvPr id="19" name="直線コネクタ 18">
            <a:extLst>
              <a:ext uri="{FF2B5EF4-FFF2-40B4-BE49-F238E27FC236}">
                <a16:creationId xmlns:a16="http://schemas.microsoft.com/office/drawing/2014/main" id="{0BD27DE8-53BA-24CB-A3DD-C0C570F057A5}"/>
              </a:ext>
            </a:extLst>
          </p:cNvPr>
          <p:cNvCxnSpPr>
            <a:cxnSpLocks/>
          </p:cNvCxnSpPr>
          <p:nvPr/>
        </p:nvCxnSpPr>
        <p:spPr>
          <a:xfrm>
            <a:off x="1072126" y="9461500"/>
            <a:ext cx="1729248" cy="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テキスト ボックス 19">
            <a:extLst>
              <a:ext uri="{FF2B5EF4-FFF2-40B4-BE49-F238E27FC236}">
                <a16:creationId xmlns:a16="http://schemas.microsoft.com/office/drawing/2014/main" id="{2E26A52F-A955-7119-88F2-6BD779729E90}"/>
              </a:ext>
            </a:extLst>
          </p:cNvPr>
          <p:cNvSpPr txBox="1"/>
          <p:nvPr/>
        </p:nvSpPr>
        <p:spPr>
          <a:xfrm>
            <a:off x="2760872" y="9061390"/>
            <a:ext cx="382668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2000" b="1" dirty="0">
                <a:solidFill>
                  <a:srgbClr val="FF0000"/>
                </a:solidFill>
                <a:latin typeface="Noto Sans JP" panose="020B0200000000000000" pitchFamily="50" charset="-128"/>
                <a:ea typeface="Noto Sans JP" panose="020B0200000000000000" pitchFamily="50" charset="-128"/>
              </a:rPr>
              <a:t>⑨</a:t>
            </a:r>
            <a:r>
              <a:rPr kumimoji="1" lang="en-US" altLang="ja-JP" sz="2000" b="1" dirty="0">
                <a:solidFill>
                  <a:srgbClr val="FF0000"/>
                </a:solidFill>
                <a:latin typeface="Noto Sans JP" panose="020B0200000000000000" pitchFamily="50" charset="-128"/>
                <a:ea typeface="Noto Sans JP" panose="020B0200000000000000" pitchFamily="50" charset="-128"/>
              </a:rPr>
              <a:t>except Exception</a:t>
            </a:r>
            <a:r>
              <a:rPr kumimoji="1" lang="ja-JP" altLang="en-US" sz="2000" b="1" dirty="0">
                <a:solidFill>
                  <a:srgbClr val="FF0000"/>
                </a:solidFill>
                <a:latin typeface="Noto Sans JP" panose="020B0200000000000000" pitchFamily="50" charset="-128"/>
                <a:ea typeface="Noto Sans JP" panose="020B0200000000000000" pitchFamily="50" charset="-128"/>
              </a:rPr>
              <a:t>でキャッチ</a:t>
            </a:r>
          </a:p>
        </p:txBody>
      </p:sp>
      <p:cxnSp>
        <p:nvCxnSpPr>
          <p:cNvPr id="21" name="直線コネクタ 20">
            <a:extLst>
              <a:ext uri="{FF2B5EF4-FFF2-40B4-BE49-F238E27FC236}">
                <a16:creationId xmlns:a16="http://schemas.microsoft.com/office/drawing/2014/main" id="{6233AEA9-D974-EAB4-A726-3542EB043D13}"/>
              </a:ext>
            </a:extLst>
          </p:cNvPr>
          <p:cNvCxnSpPr>
            <a:cxnSpLocks/>
          </p:cNvCxnSpPr>
          <p:nvPr/>
        </p:nvCxnSpPr>
        <p:spPr>
          <a:xfrm>
            <a:off x="1272887" y="9788415"/>
            <a:ext cx="1073727" cy="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テキスト ボックス 21">
            <a:extLst>
              <a:ext uri="{FF2B5EF4-FFF2-40B4-BE49-F238E27FC236}">
                <a16:creationId xmlns:a16="http://schemas.microsoft.com/office/drawing/2014/main" id="{750E00A6-F8E5-A4C4-A278-23E12880E345}"/>
              </a:ext>
            </a:extLst>
          </p:cNvPr>
          <p:cNvSpPr txBox="1"/>
          <p:nvPr/>
        </p:nvSpPr>
        <p:spPr>
          <a:xfrm>
            <a:off x="2346614" y="9486880"/>
            <a:ext cx="520847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2000" b="1" dirty="0">
                <a:solidFill>
                  <a:srgbClr val="FF0000"/>
                </a:solidFill>
                <a:latin typeface="Noto Sans JP" panose="020B0200000000000000" pitchFamily="50" charset="-128"/>
                <a:ea typeface="Noto Sans JP" panose="020B0200000000000000" pitchFamily="50" charset="-128"/>
              </a:rPr>
              <a:t>⑩</a:t>
            </a:r>
            <a:r>
              <a:rPr kumimoji="1" lang="en-US" altLang="ja-JP" sz="2000" b="1" dirty="0" err="1">
                <a:solidFill>
                  <a:srgbClr val="FF0000"/>
                </a:solidFill>
                <a:latin typeface="Noto Sans JP" panose="020B0200000000000000" pitchFamily="50" charset="-128"/>
                <a:ea typeface="Noto Sans JP" panose="020B0200000000000000" pitchFamily="50" charset="-128"/>
              </a:rPr>
              <a:t>print【D</a:t>
            </a:r>
            <a:r>
              <a:rPr kumimoji="1" lang="en-US" altLang="ja-JP" sz="2000" b="1" dirty="0">
                <a:solidFill>
                  <a:srgbClr val="FF0000"/>
                </a:solidFill>
                <a:latin typeface="Noto Sans JP" panose="020B0200000000000000" pitchFamily="50" charset="-128"/>
                <a:ea typeface="Noto Sans JP" panose="020B0200000000000000" pitchFamily="50" charset="-128"/>
              </a:rPr>
              <a:t>】</a:t>
            </a:r>
            <a:r>
              <a:rPr kumimoji="1" lang="ja-JP" altLang="en-US" sz="2000" b="1" dirty="0">
                <a:solidFill>
                  <a:srgbClr val="FF0000"/>
                </a:solidFill>
                <a:latin typeface="Noto Sans JP" panose="020B0200000000000000" pitchFamily="50" charset="-128"/>
                <a:ea typeface="Noto Sans JP" panose="020B0200000000000000" pitchFamily="50" charset="-128"/>
              </a:rPr>
              <a:t>が実行される → 「</a:t>
            </a:r>
            <a:r>
              <a:rPr kumimoji="1" lang="en-US" altLang="ja-JP" sz="2000" b="1" dirty="0">
                <a:solidFill>
                  <a:srgbClr val="FF0000"/>
                </a:solidFill>
                <a:latin typeface="Noto Sans JP" panose="020B0200000000000000" pitchFamily="50" charset="-128"/>
                <a:ea typeface="Noto Sans JP" panose="020B0200000000000000" pitchFamily="50" charset="-128"/>
              </a:rPr>
              <a:t>AI</a:t>
            </a:r>
            <a:r>
              <a:rPr kumimoji="1" lang="ja-JP" altLang="en-US" sz="2000" b="1" dirty="0">
                <a:solidFill>
                  <a:srgbClr val="FF0000"/>
                </a:solidFill>
                <a:latin typeface="Noto Sans JP" panose="020B0200000000000000" pitchFamily="50" charset="-128"/>
                <a:ea typeface="Noto Sans JP" panose="020B0200000000000000" pitchFamily="50" charset="-128"/>
              </a:rPr>
              <a:t>」が入る</a:t>
            </a:r>
          </a:p>
        </p:txBody>
      </p:sp>
      <p:sp>
        <p:nvSpPr>
          <p:cNvPr id="23" name="正方形/長方形 22">
            <a:extLst>
              <a:ext uri="{FF2B5EF4-FFF2-40B4-BE49-F238E27FC236}">
                <a16:creationId xmlns:a16="http://schemas.microsoft.com/office/drawing/2014/main" id="{2ED7C13F-F3C7-632A-1061-971701E2B8A0}"/>
              </a:ext>
            </a:extLst>
          </p:cNvPr>
          <p:cNvSpPr/>
          <p:nvPr/>
        </p:nvSpPr>
        <p:spPr>
          <a:xfrm>
            <a:off x="15902863" y="3667982"/>
            <a:ext cx="1015038" cy="706322"/>
          </a:xfrm>
          <a:prstGeom prst="rect">
            <a:avLst/>
          </a:prstGeom>
          <a:noFill/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kumimoji="1" lang="en-US" altLang="ja-JP" sz="3600" dirty="0">
                <a:solidFill>
                  <a:schemeClr val="tx1"/>
                </a:solidFill>
                <a:latin typeface="Noto Sans JP" panose="020B0200000000000000" pitchFamily="50" charset="-128"/>
                <a:ea typeface="Noto Sans JP" panose="020B0200000000000000" pitchFamily="50" charset="-128"/>
              </a:rPr>
              <a:t>AI</a:t>
            </a:r>
            <a:endParaRPr kumimoji="1" lang="ja-JP" altLang="en-US" sz="3600" dirty="0">
              <a:solidFill>
                <a:schemeClr val="tx1"/>
              </a:solidFill>
              <a:latin typeface="Noto Sans JP" panose="020B0200000000000000" pitchFamily="50" charset="-128"/>
              <a:ea typeface="Noto Sans JP" panose="020B0200000000000000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101692137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10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5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6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  <p:bldP spid="7" grpId="0"/>
      <p:bldP spid="13" grpId="0" animBg="1"/>
      <p:bldP spid="18" grpId="0"/>
      <p:bldP spid="20" grpId="0"/>
      <p:bldP spid="22" grpId="0"/>
      <p:bldP spid="23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32113AE-8669-5F93-9D3A-3374FFAB9F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図 5">
            <a:extLst>
              <a:ext uri="{FF2B5EF4-FFF2-40B4-BE49-F238E27FC236}">
                <a16:creationId xmlns:a16="http://schemas.microsoft.com/office/drawing/2014/main" id="{6374105A-3D46-71F9-02EE-D264212D22A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3669" y="1582766"/>
            <a:ext cx="16629707" cy="7764433"/>
          </a:xfrm>
          <a:prstGeom prst="rect">
            <a:avLst/>
          </a:prstGeom>
        </p:spPr>
      </p:pic>
      <p:sp>
        <p:nvSpPr>
          <p:cNvPr id="8" name="タイトル 7">
            <a:extLst>
              <a:ext uri="{FF2B5EF4-FFF2-40B4-BE49-F238E27FC236}">
                <a16:creationId xmlns:a16="http://schemas.microsoft.com/office/drawing/2014/main" id="{B75B5B5E-9898-8D82-4F2D-CE64F89E76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2775" y="348253"/>
            <a:ext cx="17646914" cy="770016"/>
          </a:xfrm>
        </p:spPr>
        <p:txBody>
          <a:bodyPr/>
          <a:lstStyle/>
          <a:p>
            <a:r>
              <a:rPr lang="en-US" altLang="ja-JP" dirty="0">
                <a:solidFill>
                  <a:schemeClr val="bg1"/>
                </a:solidFill>
                <a:latin typeface="Noto Sans JP" panose="020B0200000000000000" pitchFamily="50" charset="-128"/>
                <a:ea typeface="Noto Sans JP" panose="020B0200000000000000" pitchFamily="50" charset="-128"/>
              </a:rPr>
              <a:t>32.</a:t>
            </a:r>
            <a:r>
              <a:rPr lang="ja-JP" altLang="en-US" dirty="0">
                <a:solidFill>
                  <a:schemeClr val="bg1"/>
                </a:solidFill>
                <a:latin typeface="Noto Sans JP" panose="020B0200000000000000" pitchFamily="50" charset="-128"/>
                <a:ea typeface="Noto Sans JP" panose="020B0200000000000000" pitchFamily="50" charset="-128"/>
              </a:rPr>
              <a:t>スコープ（変数の有効範囲）</a:t>
            </a:r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DEACBC82-60A0-552A-2546-CFC6A91AA909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altLang="ja-JP" sz="2400" dirty="0">
                <a:latin typeface="Noto Sans JP" panose="020B0200000000000000" pitchFamily="50" charset="-128"/>
                <a:ea typeface="Noto Sans JP" panose="020B0200000000000000" pitchFamily="50" charset="-128"/>
              </a:rPr>
              <a:t>Prime Study </a:t>
            </a:r>
            <a:r>
              <a:rPr lang="ja-JP" altLang="en-US" sz="2400" dirty="0">
                <a:latin typeface="Noto Sans JP" panose="020B0200000000000000" pitchFamily="50" charset="-128"/>
                <a:ea typeface="Noto Sans JP" panose="020B0200000000000000" pitchFamily="50" charset="-128"/>
              </a:rPr>
              <a:t>第</a:t>
            </a:r>
            <a:r>
              <a:rPr lang="en-US" altLang="ja-JP" sz="2400" dirty="0">
                <a:latin typeface="Noto Sans JP" panose="020B0200000000000000" pitchFamily="50" charset="-128"/>
                <a:ea typeface="Noto Sans JP" panose="020B0200000000000000" pitchFamily="50" charset="-128"/>
              </a:rPr>
              <a:t>2</a:t>
            </a:r>
            <a:r>
              <a:rPr lang="ja-JP" altLang="en-US" sz="2400" dirty="0">
                <a:latin typeface="Noto Sans JP" panose="020B0200000000000000" pitchFamily="50" charset="-128"/>
                <a:ea typeface="Noto Sans JP" panose="020B0200000000000000" pitchFamily="50" charset="-128"/>
              </a:rPr>
              <a:t>回</a:t>
            </a:r>
            <a:endParaRPr lang="en-US" altLang="ja-JP" sz="2400" dirty="0">
              <a:latin typeface="Noto Sans JP" panose="020B0200000000000000" pitchFamily="50" charset="-128"/>
              <a:ea typeface="Noto Sans JP" panose="020B0200000000000000" pitchFamily="50" charset="-128"/>
            </a:endParaRPr>
          </a:p>
        </p:txBody>
      </p:sp>
      <p:sp>
        <p:nvSpPr>
          <p:cNvPr id="16" name="正方形/長方形 15">
            <a:extLst>
              <a:ext uri="{FF2B5EF4-FFF2-40B4-BE49-F238E27FC236}">
                <a16:creationId xmlns:a16="http://schemas.microsoft.com/office/drawing/2014/main" id="{ADE1CB1F-F76C-5889-6927-7F3310C06DB3}"/>
              </a:ext>
            </a:extLst>
          </p:cNvPr>
          <p:cNvSpPr/>
          <p:nvPr/>
        </p:nvSpPr>
        <p:spPr>
          <a:xfrm>
            <a:off x="1126457" y="4235770"/>
            <a:ext cx="1328659" cy="330200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4050"/>
          </a:p>
        </p:txBody>
      </p:sp>
      <p:sp>
        <p:nvSpPr>
          <p:cNvPr id="18" name="正方形/長方形 17">
            <a:extLst>
              <a:ext uri="{FF2B5EF4-FFF2-40B4-BE49-F238E27FC236}">
                <a16:creationId xmlns:a16="http://schemas.microsoft.com/office/drawing/2014/main" id="{38FCF99F-E444-A3F4-8C3F-DB6D92C89EB1}"/>
              </a:ext>
            </a:extLst>
          </p:cNvPr>
          <p:cNvSpPr/>
          <p:nvPr/>
        </p:nvSpPr>
        <p:spPr>
          <a:xfrm>
            <a:off x="895031" y="2900278"/>
            <a:ext cx="1098065" cy="330200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4050"/>
          </a:p>
        </p:txBody>
      </p:sp>
      <p:sp>
        <p:nvSpPr>
          <p:cNvPr id="19" name="矢印: 右 18">
            <a:extLst>
              <a:ext uri="{FF2B5EF4-FFF2-40B4-BE49-F238E27FC236}">
                <a16:creationId xmlns:a16="http://schemas.microsoft.com/office/drawing/2014/main" id="{62B4DD43-F0FD-3ECB-EF00-1A12D5DCEDA3}"/>
              </a:ext>
            </a:extLst>
          </p:cNvPr>
          <p:cNvSpPr/>
          <p:nvPr/>
        </p:nvSpPr>
        <p:spPr>
          <a:xfrm>
            <a:off x="2092097" y="2941420"/>
            <a:ext cx="1645733" cy="217975"/>
          </a:xfrm>
          <a:prstGeom prst="rightArrow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4050"/>
          </a:p>
        </p:txBody>
      </p:sp>
      <p:sp>
        <p:nvSpPr>
          <p:cNvPr id="20" name="テキスト ボックス 19">
            <a:extLst>
              <a:ext uri="{FF2B5EF4-FFF2-40B4-BE49-F238E27FC236}">
                <a16:creationId xmlns:a16="http://schemas.microsoft.com/office/drawing/2014/main" id="{61A0AE25-EDE7-9FE0-7172-39DEE7BE2CE9}"/>
              </a:ext>
            </a:extLst>
          </p:cNvPr>
          <p:cNvSpPr txBox="1"/>
          <p:nvPr/>
        </p:nvSpPr>
        <p:spPr>
          <a:xfrm>
            <a:off x="3836831" y="2803165"/>
            <a:ext cx="5008102" cy="40011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txBody>
          <a:bodyPr wrap="none" rtlCol="0">
            <a:spAutoFit/>
          </a:bodyPr>
          <a:lstStyle/>
          <a:p>
            <a:r>
              <a:rPr kumimoji="1" lang="ja-JP" altLang="en-US" sz="2000" dirty="0">
                <a:solidFill>
                  <a:schemeClr val="tx1">
                    <a:lumMod val="85000"/>
                    <a:lumOff val="15000"/>
                  </a:schemeClr>
                </a:solidFill>
                <a:latin typeface="Noto Sans JP" panose="020B0200000000000000" pitchFamily="50" charset="-128"/>
                <a:ea typeface="Noto Sans JP" panose="020B0200000000000000" pitchFamily="50" charset="-128"/>
              </a:rPr>
              <a:t>関数 </a:t>
            </a:r>
            <a:r>
              <a:rPr kumimoji="1" lang="en-US" altLang="ja-JP" sz="2000" dirty="0">
                <a:solidFill>
                  <a:schemeClr val="tx1">
                    <a:lumMod val="85000"/>
                    <a:lumOff val="15000"/>
                  </a:schemeClr>
                </a:solidFill>
                <a:latin typeface="Noto Sans JP" panose="020B0200000000000000" pitchFamily="50" charset="-128"/>
                <a:ea typeface="Noto Sans JP" panose="020B0200000000000000" pitchFamily="50" charset="-128"/>
              </a:rPr>
              <a:t>scope </a:t>
            </a:r>
            <a:r>
              <a:rPr kumimoji="1" lang="ja-JP" altLang="en-US" sz="2000" dirty="0">
                <a:solidFill>
                  <a:schemeClr val="tx1">
                    <a:lumMod val="85000"/>
                    <a:lumOff val="15000"/>
                  </a:schemeClr>
                </a:solidFill>
                <a:latin typeface="Noto Sans JP" panose="020B0200000000000000" pitchFamily="50" charset="-128"/>
                <a:ea typeface="Noto Sans JP" panose="020B0200000000000000" pitchFamily="50" charset="-128"/>
              </a:rPr>
              <a:t>内の変数 </a:t>
            </a:r>
            <a:r>
              <a:rPr kumimoji="1" lang="en-US" altLang="ja-JP" sz="2000" dirty="0">
                <a:solidFill>
                  <a:schemeClr val="tx1">
                    <a:lumMod val="85000"/>
                    <a:lumOff val="15000"/>
                  </a:schemeClr>
                </a:solidFill>
                <a:latin typeface="Noto Sans JP" panose="020B0200000000000000" pitchFamily="50" charset="-128"/>
                <a:ea typeface="Noto Sans JP" panose="020B0200000000000000" pitchFamily="50" charset="-128"/>
              </a:rPr>
              <a:t>loc</a:t>
            </a:r>
            <a:r>
              <a:rPr kumimoji="1" lang="ja-JP" altLang="en-US" sz="2000" dirty="0">
                <a:solidFill>
                  <a:schemeClr val="tx1">
                    <a:lumMod val="85000"/>
                    <a:lumOff val="15000"/>
                  </a:schemeClr>
                </a:solidFill>
                <a:latin typeface="Noto Sans JP" panose="020B0200000000000000" pitchFamily="50" charset="-128"/>
                <a:ea typeface="Noto Sans JP" panose="020B0200000000000000" pitchFamily="50" charset="-128"/>
              </a:rPr>
              <a:t>（ローカル変数）</a:t>
            </a:r>
          </a:p>
        </p:txBody>
      </p:sp>
      <p:sp>
        <p:nvSpPr>
          <p:cNvPr id="12" name="正方形/長方形 11">
            <a:extLst>
              <a:ext uri="{FF2B5EF4-FFF2-40B4-BE49-F238E27FC236}">
                <a16:creationId xmlns:a16="http://schemas.microsoft.com/office/drawing/2014/main" id="{1E9E2E6D-E8FD-399C-39CD-54217A44CEDB}"/>
              </a:ext>
            </a:extLst>
          </p:cNvPr>
          <p:cNvSpPr/>
          <p:nvPr/>
        </p:nvSpPr>
        <p:spPr>
          <a:xfrm>
            <a:off x="13393395" y="4629470"/>
            <a:ext cx="1406446" cy="498234"/>
          </a:xfrm>
          <a:prstGeom prst="rect">
            <a:avLst/>
          </a:prstGeom>
          <a:solidFill>
            <a:srgbClr val="0066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2400" dirty="0">
                <a:latin typeface="Noto Sans JP" panose="020B0200000000000000" pitchFamily="50" charset="-128"/>
                <a:ea typeface="Noto Sans JP" panose="020B0200000000000000" pitchFamily="50" charset="-128"/>
              </a:rPr>
              <a:t>選択肢</a:t>
            </a:r>
          </a:p>
        </p:txBody>
      </p:sp>
      <p:pic>
        <p:nvPicPr>
          <p:cNvPr id="10" name="図 9">
            <a:extLst>
              <a:ext uri="{FF2B5EF4-FFF2-40B4-BE49-F238E27FC236}">
                <a16:creationId xmlns:a16="http://schemas.microsoft.com/office/drawing/2014/main" id="{280E2A6F-1F42-10AD-4B2A-DD7EEA2D46B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431495" y="5124322"/>
            <a:ext cx="4601217" cy="4277322"/>
          </a:xfrm>
          <a:prstGeom prst="rect">
            <a:avLst/>
          </a:prstGeom>
          <a:ln w="38100">
            <a:solidFill>
              <a:srgbClr val="0066FF"/>
            </a:solidFill>
          </a:ln>
        </p:spPr>
      </p:pic>
      <p:sp>
        <p:nvSpPr>
          <p:cNvPr id="15" name="正方形/長方形 14">
            <a:extLst>
              <a:ext uri="{FF2B5EF4-FFF2-40B4-BE49-F238E27FC236}">
                <a16:creationId xmlns:a16="http://schemas.microsoft.com/office/drawing/2014/main" id="{68EEBAE9-D443-AD1E-9315-4B4D13A62759}"/>
              </a:ext>
            </a:extLst>
          </p:cNvPr>
          <p:cNvSpPr/>
          <p:nvPr/>
        </p:nvSpPr>
        <p:spPr>
          <a:xfrm>
            <a:off x="1145535" y="3558820"/>
            <a:ext cx="1207872" cy="330200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4050"/>
          </a:p>
        </p:txBody>
      </p:sp>
      <p:sp>
        <p:nvSpPr>
          <p:cNvPr id="21" name="矢印: 右 20">
            <a:extLst>
              <a:ext uri="{FF2B5EF4-FFF2-40B4-BE49-F238E27FC236}">
                <a16:creationId xmlns:a16="http://schemas.microsoft.com/office/drawing/2014/main" id="{DF52BE25-7399-8815-C855-EB3A61B4B965}"/>
              </a:ext>
            </a:extLst>
          </p:cNvPr>
          <p:cNvSpPr/>
          <p:nvPr/>
        </p:nvSpPr>
        <p:spPr>
          <a:xfrm>
            <a:off x="2529958" y="3614932"/>
            <a:ext cx="1207872" cy="231088"/>
          </a:xfrm>
          <a:prstGeom prst="rightArrow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4050"/>
          </a:p>
        </p:txBody>
      </p:sp>
      <p:sp>
        <p:nvSpPr>
          <p:cNvPr id="26" name="テキスト ボックス 25">
            <a:extLst>
              <a:ext uri="{FF2B5EF4-FFF2-40B4-BE49-F238E27FC236}">
                <a16:creationId xmlns:a16="http://schemas.microsoft.com/office/drawing/2014/main" id="{FEF4FA58-EC31-2905-5880-F0838F9F2F5A}"/>
              </a:ext>
            </a:extLst>
          </p:cNvPr>
          <p:cNvSpPr txBox="1"/>
          <p:nvPr/>
        </p:nvSpPr>
        <p:spPr>
          <a:xfrm>
            <a:off x="3836831" y="3483290"/>
            <a:ext cx="5174815" cy="40011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txBody>
          <a:bodyPr wrap="none" rtlCol="0">
            <a:spAutoFit/>
          </a:bodyPr>
          <a:lstStyle/>
          <a:p>
            <a:r>
              <a:rPr kumimoji="1" lang="ja-JP" altLang="en-US" sz="2000" dirty="0">
                <a:solidFill>
                  <a:schemeClr val="tx1">
                    <a:lumMod val="85000"/>
                    <a:lumOff val="15000"/>
                  </a:schemeClr>
                </a:solidFill>
                <a:latin typeface="Noto Sans JP" panose="020B0200000000000000" pitchFamily="50" charset="-128"/>
                <a:ea typeface="Noto Sans JP" panose="020B0200000000000000" pitchFamily="50" charset="-128"/>
              </a:rPr>
              <a:t>これは </a:t>
            </a:r>
            <a:r>
              <a:rPr kumimoji="1" lang="en-US" altLang="ja-JP" sz="20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Noto Sans JP" panose="020B0200000000000000" pitchFamily="50" charset="-128"/>
                <a:ea typeface="Noto Sans JP" panose="020B0200000000000000" pitchFamily="50" charset="-128"/>
              </a:rPr>
              <a:t>do_local</a:t>
            </a:r>
            <a:r>
              <a:rPr kumimoji="1" lang="en-US" altLang="ja-JP" sz="2000" dirty="0">
                <a:solidFill>
                  <a:schemeClr val="tx1">
                    <a:lumMod val="85000"/>
                    <a:lumOff val="15000"/>
                  </a:schemeClr>
                </a:solidFill>
                <a:latin typeface="Noto Sans JP" panose="020B0200000000000000" pitchFamily="50" charset="-128"/>
                <a:ea typeface="Noto Sans JP" panose="020B0200000000000000" pitchFamily="50" charset="-128"/>
              </a:rPr>
              <a:t> </a:t>
            </a:r>
            <a:r>
              <a:rPr kumimoji="1" lang="ja-JP" altLang="en-US" sz="2000" dirty="0">
                <a:solidFill>
                  <a:schemeClr val="tx1">
                    <a:lumMod val="85000"/>
                    <a:lumOff val="15000"/>
                  </a:schemeClr>
                </a:solidFill>
                <a:latin typeface="Noto Sans JP" panose="020B0200000000000000" pitchFamily="50" charset="-128"/>
                <a:ea typeface="Noto Sans JP" panose="020B0200000000000000" pitchFamily="50" charset="-128"/>
              </a:rPr>
              <a:t>内だけの別のローカル変数</a:t>
            </a:r>
          </a:p>
        </p:txBody>
      </p:sp>
      <p:sp>
        <p:nvSpPr>
          <p:cNvPr id="27" name="矢印: 右 26">
            <a:extLst>
              <a:ext uri="{FF2B5EF4-FFF2-40B4-BE49-F238E27FC236}">
                <a16:creationId xmlns:a16="http://schemas.microsoft.com/office/drawing/2014/main" id="{7F3FA498-EA13-F055-44BC-27AC4584B86A}"/>
              </a:ext>
            </a:extLst>
          </p:cNvPr>
          <p:cNvSpPr/>
          <p:nvPr/>
        </p:nvSpPr>
        <p:spPr>
          <a:xfrm>
            <a:off x="2529958" y="4266347"/>
            <a:ext cx="1207872" cy="231088"/>
          </a:xfrm>
          <a:prstGeom prst="rightArrow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4050"/>
          </a:p>
        </p:txBody>
      </p:sp>
      <p:sp>
        <p:nvSpPr>
          <p:cNvPr id="28" name="テキスト ボックス 27">
            <a:extLst>
              <a:ext uri="{FF2B5EF4-FFF2-40B4-BE49-F238E27FC236}">
                <a16:creationId xmlns:a16="http://schemas.microsoft.com/office/drawing/2014/main" id="{CC2AE1EA-C42D-C3E2-E9EF-1E945F3292A7}"/>
              </a:ext>
            </a:extLst>
          </p:cNvPr>
          <p:cNvSpPr txBox="1"/>
          <p:nvPr/>
        </p:nvSpPr>
        <p:spPr>
          <a:xfrm>
            <a:off x="3836831" y="4147842"/>
            <a:ext cx="2616422" cy="40011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txBody>
          <a:bodyPr wrap="none" rtlCol="0">
            <a:spAutoFit/>
          </a:bodyPr>
          <a:lstStyle/>
          <a:p>
            <a:r>
              <a:rPr kumimoji="1" lang="en-US" altLang="ja-JP" sz="2000" dirty="0">
                <a:solidFill>
                  <a:schemeClr val="tx1">
                    <a:lumMod val="85000"/>
                    <a:lumOff val="15000"/>
                  </a:schemeClr>
                </a:solidFill>
                <a:latin typeface="Noto Sans JP" panose="020B0200000000000000" pitchFamily="50" charset="-128"/>
                <a:ea typeface="Noto Sans JP" panose="020B0200000000000000" pitchFamily="50" charset="-128"/>
              </a:rPr>
              <a:t>scope() </a:t>
            </a:r>
            <a:r>
              <a:rPr kumimoji="1" lang="ja-JP" altLang="en-US" sz="2000" dirty="0">
                <a:solidFill>
                  <a:schemeClr val="tx1">
                    <a:lumMod val="85000"/>
                    <a:lumOff val="15000"/>
                  </a:schemeClr>
                </a:solidFill>
                <a:latin typeface="Noto Sans JP" panose="020B0200000000000000" pitchFamily="50" charset="-128"/>
                <a:ea typeface="Noto Sans JP" panose="020B0200000000000000" pitchFamily="50" charset="-128"/>
              </a:rPr>
              <a:t>の </a:t>
            </a:r>
            <a:r>
              <a:rPr kumimoji="1" lang="en-US" altLang="ja-JP" sz="2000" dirty="0">
                <a:solidFill>
                  <a:schemeClr val="tx1">
                    <a:lumMod val="85000"/>
                    <a:lumOff val="15000"/>
                  </a:schemeClr>
                </a:solidFill>
                <a:latin typeface="Noto Sans JP" panose="020B0200000000000000" pitchFamily="50" charset="-128"/>
                <a:ea typeface="Noto Sans JP" panose="020B0200000000000000" pitchFamily="50" charset="-128"/>
              </a:rPr>
              <a:t>loc </a:t>
            </a:r>
            <a:r>
              <a:rPr kumimoji="1" lang="ja-JP" altLang="en-US" sz="2000" dirty="0">
                <a:solidFill>
                  <a:schemeClr val="tx1">
                    <a:lumMod val="85000"/>
                    <a:lumOff val="15000"/>
                  </a:schemeClr>
                </a:solidFill>
                <a:latin typeface="Noto Sans JP" panose="020B0200000000000000" pitchFamily="50" charset="-128"/>
                <a:ea typeface="Noto Sans JP" panose="020B0200000000000000" pitchFamily="50" charset="-128"/>
              </a:rPr>
              <a:t>を参照</a:t>
            </a:r>
          </a:p>
        </p:txBody>
      </p:sp>
      <p:sp>
        <p:nvSpPr>
          <p:cNvPr id="29" name="正方形/長方形 28">
            <a:extLst>
              <a:ext uri="{FF2B5EF4-FFF2-40B4-BE49-F238E27FC236}">
                <a16:creationId xmlns:a16="http://schemas.microsoft.com/office/drawing/2014/main" id="{D7781E2B-A36C-8F7B-A1C1-28B331F4C88D}"/>
              </a:ext>
            </a:extLst>
          </p:cNvPr>
          <p:cNvSpPr/>
          <p:nvPr/>
        </p:nvSpPr>
        <p:spPr>
          <a:xfrm>
            <a:off x="1111538" y="5229606"/>
            <a:ext cx="1098065" cy="330200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4050"/>
          </a:p>
        </p:txBody>
      </p:sp>
      <p:sp>
        <p:nvSpPr>
          <p:cNvPr id="30" name="矢印: 右 29">
            <a:extLst>
              <a:ext uri="{FF2B5EF4-FFF2-40B4-BE49-F238E27FC236}">
                <a16:creationId xmlns:a16="http://schemas.microsoft.com/office/drawing/2014/main" id="{EE310880-98D3-99D3-6AD5-827A7589F1FB}"/>
              </a:ext>
            </a:extLst>
          </p:cNvPr>
          <p:cNvSpPr/>
          <p:nvPr/>
        </p:nvSpPr>
        <p:spPr>
          <a:xfrm>
            <a:off x="2353407" y="5242638"/>
            <a:ext cx="1384423" cy="227024"/>
          </a:xfrm>
          <a:prstGeom prst="rightArrow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4050"/>
          </a:p>
        </p:txBody>
      </p:sp>
      <p:sp>
        <p:nvSpPr>
          <p:cNvPr id="31" name="テキスト ボックス 30">
            <a:extLst>
              <a:ext uri="{FF2B5EF4-FFF2-40B4-BE49-F238E27FC236}">
                <a16:creationId xmlns:a16="http://schemas.microsoft.com/office/drawing/2014/main" id="{CF32EECE-D313-2D56-AD9A-64AB3050DD0A}"/>
              </a:ext>
            </a:extLst>
          </p:cNvPr>
          <p:cNvSpPr txBox="1"/>
          <p:nvPr/>
        </p:nvSpPr>
        <p:spPr>
          <a:xfrm>
            <a:off x="3836831" y="5139842"/>
            <a:ext cx="5710218" cy="40011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txBody>
          <a:bodyPr wrap="none" rtlCol="0">
            <a:spAutoFit/>
          </a:bodyPr>
          <a:lstStyle/>
          <a:p>
            <a:r>
              <a:rPr kumimoji="1" lang="ja-JP" altLang="en-US" sz="2000" dirty="0">
                <a:solidFill>
                  <a:schemeClr val="tx1">
                    <a:lumMod val="85000"/>
                    <a:lumOff val="15000"/>
                  </a:schemeClr>
                </a:solidFill>
                <a:latin typeface="Noto Sans JP" panose="020B0200000000000000" pitchFamily="50" charset="-128"/>
                <a:ea typeface="Noto Sans JP" panose="020B0200000000000000" pitchFamily="50" charset="-128"/>
              </a:rPr>
              <a:t>モジュール全体の </a:t>
            </a:r>
            <a:r>
              <a:rPr kumimoji="1" lang="en-US" altLang="ja-JP" sz="2000" dirty="0">
                <a:solidFill>
                  <a:schemeClr val="tx1">
                    <a:lumMod val="85000"/>
                    <a:lumOff val="15000"/>
                  </a:schemeClr>
                </a:solidFill>
                <a:latin typeface="Noto Sans JP" panose="020B0200000000000000" pitchFamily="50" charset="-128"/>
                <a:ea typeface="Noto Sans JP" panose="020B0200000000000000" pitchFamily="50" charset="-128"/>
              </a:rPr>
              <a:t>loc</a:t>
            </a:r>
            <a:r>
              <a:rPr kumimoji="1" lang="ja-JP" altLang="en-US" sz="2000" dirty="0">
                <a:solidFill>
                  <a:schemeClr val="tx1">
                    <a:lumMod val="85000"/>
                    <a:lumOff val="15000"/>
                  </a:schemeClr>
                </a:solidFill>
                <a:latin typeface="Noto Sans JP" panose="020B0200000000000000" pitchFamily="50" charset="-128"/>
                <a:ea typeface="Noto Sans JP" panose="020B0200000000000000" pitchFamily="50" charset="-128"/>
              </a:rPr>
              <a:t>（グローバル変数）を参照</a:t>
            </a:r>
          </a:p>
        </p:txBody>
      </p:sp>
      <p:sp>
        <p:nvSpPr>
          <p:cNvPr id="5" name="楕円 4">
            <a:extLst>
              <a:ext uri="{FF2B5EF4-FFF2-40B4-BE49-F238E27FC236}">
                <a16:creationId xmlns:a16="http://schemas.microsoft.com/office/drawing/2014/main" id="{D81AD7CD-DE0D-697B-FBD4-282F7BBB1012}"/>
              </a:ext>
            </a:extLst>
          </p:cNvPr>
          <p:cNvSpPr/>
          <p:nvPr/>
        </p:nvSpPr>
        <p:spPr>
          <a:xfrm>
            <a:off x="13639418" y="6176076"/>
            <a:ext cx="419100" cy="419100"/>
          </a:xfrm>
          <a:prstGeom prst="ellipse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4050"/>
          </a:p>
        </p:txBody>
      </p:sp>
    </p:spTree>
    <p:extLst>
      <p:ext uri="{BB962C8B-B14F-4D97-AF65-F5344CB8AC3E}">
        <p14:creationId xmlns:p14="http://schemas.microsoft.com/office/powerpoint/2010/main" val="362671267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8" grpId="0" animBg="1"/>
      <p:bldP spid="19" grpId="0" animBg="1"/>
      <p:bldP spid="20" grpId="0" animBg="1"/>
      <p:bldP spid="15" grpId="0" animBg="1"/>
      <p:bldP spid="21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8A7E66B-EF2F-32F3-9450-90A4AAE004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図 5">
            <a:extLst>
              <a:ext uri="{FF2B5EF4-FFF2-40B4-BE49-F238E27FC236}">
                <a16:creationId xmlns:a16="http://schemas.microsoft.com/office/drawing/2014/main" id="{9F6A37AE-24D1-3FAD-3F71-E9C1602D14B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3669" y="1582766"/>
            <a:ext cx="16629707" cy="7764433"/>
          </a:xfrm>
          <a:prstGeom prst="rect">
            <a:avLst/>
          </a:prstGeom>
        </p:spPr>
      </p:pic>
      <p:sp>
        <p:nvSpPr>
          <p:cNvPr id="8" name="タイトル 7">
            <a:extLst>
              <a:ext uri="{FF2B5EF4-FFF2-40B4-BE49-F238E27FC236}">
                <a16:creationId xmlns:a16="http://schemas.microsoft.com/office/drawing/2014/main" id="{0289F6D6-0D3A-3B7B-1C01-93B83B1AF4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2775" y="348253"/>
            <a:ext cx="17646914" cy="770016"/>
          </a:xfrm>
        </p:spPr>
        <p:txBody>
          <a:bodyPr/>
          <a:lstStyle/>
          <a:p>
            <a:r>
              <a:rPr lang="en-US" altLang="ja-JP" dirty="0">
                <a:solidFill>
                  <a:schemeClr val="bg1"/>
                </a:solidFill>
                <a:latin typeface="Noto Sans JP" panose="020B0200000000000000" pitchFamily="50" charset="-128"/>
                <a:ea typeface="Noto Sans JP" panose="020B0200000000000000" pitchFamily="50" charset="-128"/>
              </a:rPr>
              <a:t>32.</a:t>
            </a:r>
            <a:r>
              <a:rPr lang="ja-JP" altLang="en-US" dirty="0">
                <a:solidFill>
                  <a:schemeClr val="bg1"/>
                </a:solidFill>
                <a:latin typeface="Noto Sans JP" panose="020B0200000000000000" pitchFamily="50" charset="-128"/>
                <a:ea typeface="Noto Sans JP" panose="020B0200000000000000" pitchFamily="50" charset="-128"/>
              </a:rPr>
              <a:t>スコープ（変数の有効範囲）</a:t>
            </a:r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F252D309-134C-16EA-9709-ED007590228F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altLang="ja-JP" sz="2400" dirty="0">
                <a:latin typeface="Noto Sans JP" panose="020B0200000000000000" pitchFamily="50" charset="-128"/>
                <a:ea typeface="Noto Sans JP" panose="020B0200000000000000" pitchFamily="50" charset="-128"/>
              </a:rPr>
              <a:t>Prime Study </a:t>
            </a:r>
            <a:r>
              <a:rPr lang="ja-JP" altLang="en-US" sz="2400" dirty="0">
                <a:latin typeface="Noto Sans JP" panose="020B0200000000000000" pitchFamily="50" charset="-128"/>
                <a:ea typeface="Noto Sans JP" panose="020B0200000000000000" pitchFamily="50" charset="-128"/>
              </a:rPr>
              <a:t>第</a:t>
            </a:r>
            <a:r>
              <a:rPr lang="en-US" altLang="ja-JP" sz="2400" dirty="0">
                <a:latin typeface="Noto Sans JP" panose="020B0200000000000000" pitchFamily="50" charset="-128"/>
                <a:ea typeface="Noto Sans JP" panose="020B0200000000000000" pitchFamily="50" charset="-128"/>
              </a:rPr>
              <a:t>2</a:t>
            </a:r>
            <a:r>
              <a:rPr lang="ja-JP" altLang="en-US" sz="2400" dirty="0">
                <a:latin typeface="Noto Sans JP" panose="020B0200000000000000" pitchFamily="50" charset="-128"/>
                <a:ea typeface="Noto Sans JP" panose="020B0200000000000000" pitchFamily="50" charset="-128"/>
              </a:rPr>
              <a:t>回</a:t>
            </a:r>
            <a:endParaRPr lang="en-US" altLang="ja-JP" sz="2400" dirty="0">
              <a:latin typeface="Noto Sans JP" panose="020B0200000000000000" pitchFamily="50" charset="-128"/>
              <a:ea typeface="Noto Sans JP" panose="020B0200000000000000" pitchFamily="50" charset="-128"/>
            </a:endParaRPr>
          </a:p>
        </p:txBody>
      </p:sp>
      <p:sp>
        <p:nvSpPr>
          <p:cNvPr id="12" name="正方形/長方形 11">
            <a:extLst>
              <a:ext uri="{FF2B5EF4-FFF2-40B4-BE49-F238E27FC236}">
                <a16:creationId xmlns:a16="http://schemas.microsoft.com/office/drawing/2014/main" id="{58A7A461-6D0D-A38C-E906-3D493F1586B1}"/>
              </a:ext>
            </a:extLst>
          </p:cNvPr>
          <p:cNvSpPr/>
          <p:nvPr/>
        </p:nvSpPr>
        <p:spPr>
          <a:xfrm>
            <a:off x="13393395" y="4629470"/>
            <a:ext cx="1406446" cy="498234"/>
          </a:xfrm>
          <a:prstGeom prst="rect">
            <a:avLst/>
          </a:prstGeom>
          <a:solidFill>
            <a:srgbClr val="0066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2400" dirty="0">
                <a:latin typeface="Noto Sans JP" panose="020B0200000000000000" pitchFamily="50" charset="-128"/>
                <a:ea typeface="Noto Sans JP" panose="020B0200000000000000" pitchFamily="50" charset="-128"/>
              </a:rPr>
              <a:t>選択肢</a:t>
            </a:r>
          </a:p>
        </p:txBody>
      </p:sp>
      <p:pic>
        <p:nvPicPr>
          <p:cNvPr id="10" name="図 9">
            <a:extLst>
              <a:ext uri="{FF2B5EF4-FFF2-40B4-BE49-F238E27FC236}">
                <a16:creationId xmlns:a16="http://schemas.microsoft.com/office/drawing/2014/main" id="{675E91E9-8E07-9AD6-8E4B-E2642060CA4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431495" y="5124322"/>
            <a:ext cx="4601217" cy="4277322"/>
          </a:xfrm>
          <a:prstGeom prst="rect">
            <a:avLst/>
          </a:prstGeom>
          <a:ln w="38100">
            <a:solidFill>
              <a:srgbClr val="0066FF"/>
            </a:solidFill>
          </a:ln>
        </p:spPr>
      </p:pic>
      <p:sp>
        <p:nvSpPr>
          <p:cNvPr id="5" name="楕円 4">
            <a:extLst>
              <a:ext uri="{FF2B5EF4-FFF2-40B4-BE49-F238E27FC236}">
                <a16:creationId xmlns:a16="http://schemas.microsoft.com/office/drawing/2014/main" id="{82F2288D-A846-600C-FB35-7C39A04FB5BF}"/>
              </a:ext>
            </a:extLst>
          </p:cNvPr>
          <p:cNvSpPr/>
          <p:nvPr/>
        </p:nvSpPr>
        <p:spPr>
          <a:xfrm>
            <a:off x="13639418" y="6176076"/>
            <a:ext cx="419100" cy="419100"/>
          </a:xfrm>
          <a:prstGeom prst="ellipse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4050"/>
          </a:p>
        </p:txBody>
      </p:sp>
      <p:cxnSp>
        <p:nvCxnSpPr>
          <p:cNvPr id="2" name="直線コネクタ 1">
            <a:extLst>
              <a:ext uri="{FF2B5EF4-FFF2-40B4-BE49-F238E27FC236}">
                <a16:creationId xmlns:a16="http://schemas.microsoft.com/office/drawing/2014/main" id="{F65CEB46-369B-E063-16A1-4ED79D6DE3B5}"/>
              </a:ext>
            </a:extLst>
          </p:cNvPr>
          <p:cNvCxnSpPr>
            <a:cxnSpLocks/>
          </p:cNvCxnSpPr>
          <p:nvPr/>
        </p:nvCxnSpPr>
        <p:spPr>
          <a:xfrm>
            <a:off x="891887" y="3200400"/>
            <a:ext cx="1073727" cy="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FE5A63CC-9640-B04A-F2B5-1561CD7E93E2}"/>
              </a:ext>
            </a:extLst>
          </p:cNvPr>
          <p:cNvSpPr txBox="1"/>
          <p:nvPr/>
        </p:nvSpPr>
        <p:spPr>
          <a:xfrm>
            <a:off x="1965614" y="2839663"/>
            <a:ext cx="727314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2400" b="1" dirty="0">
                <a:solidFill>
                  <a:srgbClr val="FF0000"/>
                </a:solidFill>
                <a:latin typeface="Noto Sans JP" panose="020B0200000000000000" pitchFamily="50" charset="-128"/>
                <a:ea typeface="Noto Sans JP" panose="020B0200000000000000" pitchFamily="50" charset="-128"/>
              </a:rPr>
              <a:t>①</a:t>
            </a:r>
            <a:r>
              <a:rPr kumimoji="1" lang="en-US" altLang="ja-JP" sz="2400" b="1" dirty="0">
                <a:solidFill>
                  <a:srgbClr val="FF0000"/>
                </a:solidFill>
                <a:latin typeface="Noto Sans JP" panose="020B0200000000000000" pitchFamily="50" charset="-128"/>
                <a:ea typeface="Noto Sans JP" panose="020B0200000000000000" pitchFamily="50" charset="-128"/>
              </a:rPr>
              <a:t>scope</a:t>
            </a:r>
            <a:r>
              <a:rPr kumimoji="1" lang="ja-JP" altLang="en-US" sz="2400" b="1" dirty="0">
                <a:solidFill>
                  <a:srgbClr val="FF0000"/>
                </a:solidFill>
                <a:latin typeface="Noto Sans JP" panose="020B0200000000000000" pitchFamily="50" charset="-128"/>
                <a:ea typeface="Noto Sans JP" panose="020B0200000000000000" pitchFamily="50" charset="-128"/>
              </a:rPr>
              <a:t>関数内のローカル変数 </a:t>
            </a:r>
            <a:r>
              <a:rPr kumimoji="1" lang="en-US" altLang="ja-JP" sz="2400" b="1" dirty="0">
                <a:solidFill>
                  <a:srgbClr val="FF0000"/>
                </a:solidFill>
                <a:latin typeface="Noto Sans JP" panose="020B0200000000000000" pitchFamily="50" charset="-128"/>
                <a:ea typeface="Noto Sans JP" panose="020B0200000000000000" pitchFamily="50" charset="-128"/>
              </a:rPr>
              <a:t>loc </a:t>
            </a:r>
            <a:r>
              <a:rPr kumimoji="1" lang="ja-JP" altLang="en-US" sz="2400" b="1" dirty="0">
                <a:solidFill>
                  <a:srgbClr val="FF0000"/>
                </a:solidFill>
                <a:latin typeface="Noto Sans JP" panose="020B0200000000000000" pitchFamily="50" charset="-128"/>
                <a:ea typeface="Noto Sans JP" panose="020B0200000000000000" pitchFamily="50" charset="-128"/>
              </a:rPr>
              <a:t>に </a:t>
            </a:r>
            <a:r>
              <a:rPr kumimoji="1" lang="en-US" altLang="ja-JP" sz="2400" b="1" dirty="0">
                <a:solidFill>
                  <a:srgbClr val="FF0000"/>
                </a:solidFill>
                <a:latin typeface="Noto Sans JP" panose="020B0200000000000000" pitchFamily="50" charset="-128"/>
                <a:ea typeface="Noto Sans JP" panose="020B0200000000000000" pitchFamily="50" charset="-128"/>
              </a:rPr>
              <a:t>"</a:t>
            </a:r>
            <a:r>
              <a:rPr kumimoji="1" lang="en-US" altLang="ja-JP" sz="2400" b="1" dirty="0" err="1">
                <a:solidFill>
                  <a:srgbClr val="FF0000"/>
                </a:solidFill>
                <a:latin typeface="Noto Sans JP" panose="020B0200000000000000" pitchFamily="50" charset="-128"/>
                <a:ea typeface="Noto Sans JP" panose="020B0200000000000000" pitchFamily="50" charset="-128"/>
              </a:rPr>
              <a:t>init</a:t>
            </a:r>
            <a:r>
              <a:rPr kumimoji="1" lang="en-US" altLang="ja-JP" sz="2400" b="1" dirty="0">
                <a:solidFill>
                  <a:srgbClr val="FF0000"/>
                </a:solidFill>
                <a:latin typeface="Noto Sans JP" panose="020B0200000000000000" pitchFamily="50" charset="-128"/>
                <a:ea typeface="Noto Sans JP" panose="020B0200000000000000" pitchFamily="50" charset="-128"/>
              </a:rPr>
              <a:t>" </a:t>
            </a:r>
            <a:r>
              <a:rPr kumimoji="1" lang="ja-JP" altLang="en-US" sz="2400" b="1" dirty="0">
                <a:solidFill>
                  <a:srgbClr val="FF0000"/>
                </a:solidFill>
                <a:latin typeface="Noto Sans JP" panose="020B0200000000000000" pitchFamily="50" charset="-128"/>
                <a:ea typeface="Noto Sans JP" panose="020B0200000000000000" pitchFamily="50" charset="-128"/>
              </a:rPr>
              <a:t>が入る</a:t>
            </a:r>
          </a:p>
        </p:txBody>
      </p:sp>
      <p:cxnSp>
        <p:nvCxnSpPr>
          <p:cNvPr id="7" name="直線コネクタ 6">
            <a:extLst>
              <a:ext uri="{FF2B5EF4-FFF2-40B4-BE49-F238E27FC236}">
                <a16:creationId xmlns:a16="http://schemas.microsoft.com/office/drawing/2014/main" id="{40E62F67-1AF2-3277-6275-43A751501F2F}"/>
              </a:ext>
            </a:extLst>
          </p:cNvPr>
          <p:cNvCxnSpPr>
            <a:cxnSpLocks/>
          </p:cNvCxnSpPr>
          <p:nvPr/>
        </p:nvCxnSpPr>
        <p:spPr>
          <a:xfrm>
            <a:off x="891887" y="6536813"/>
            <a:ext cx="1073727" cy="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テキスト ボックス 8">
            <a:extLst>
              <a:ext uri="{FF2B5EF4-FFF2-40B4-BE49-F238E27FC236}">
                <a16:creationId xmlns:a16="http://schemas.microsoft.com/office/drawing/2014/main" id="{4B86E073-5446-B5D8-68FD-2DF5FA89ABB4}"/>
              </a:ext>
            </a:extLst>
          </p:cNvPr>
          <p:cNvSpPr txBox="1"/>
          <p:nvPr/>
        </p:nvSpPr>
        <p:spPr>
          <a:xfrm>
            <a:off x="1965614" y="6087176"/>
            <a:ext cx="270138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2400" b="1" dirty="0">
                <a:solidFill>
                  <a:srgbClr val="FF0000"/>
                </a:solidFill>
                <a:latin typeface="Noto Sans JP" panose="020B0200000000000000" pitchFamily="50" charset="-128"/>
                <a:ea typeface="Noto Sans JP" panose="020B0200000000000000" pitchFamily="50" charset="-128"/>
              </a:rPr>
              <a:t>②</a:t>
            </a:r>
            <a:r>
              <a:rPr kumimoji="1" lang="en-US" altLang="ja-JP" sz="2400" b="1" dirty="0" err="1">
                <a:solidFill>
                  <a:srgbClr val="FF0000"/>
                </a:solidFill>
                <a:latin typeface="Noto Sans JP" panose="020B0200000000000000" pitchFamily="50" charset="-128"/>
                <a:ea typeface="Noto Sans JP" panose="020B0200000000000000" pitchFamily="50" charset="-128"/>
              </a:rPr>
              <a:t>do_local</a:t>
            </a:r>
            <a:r>
              <a:rPr kumimoji="1" lang="en-US" altLang="ja-JP" sz="2400" b="1" dirty="0">
                <a:solidFill>
                  <a:srgbClr val="FF0000"/>
                </a:solidFill>
                <a:latin typeface="Noto Sans JP" panose="020B0200000000000000" pitchFamily="50" charset="-128"/>
                <a:ea typeface="Noto Sans JP" panose="020B0200000000000000" pitchFamily="50" charset="-128"/>
              </a:rPr>
              <a:t>() </a:t>
            </a:r>
            <a:r>
              <a:rPr kumimoji="1" lang="ja-JP" altLang="en-US" sz="2400" b="1" dirty="0">
                <a:solidFill>
                  <a:srgbClr val="FF0000"/>
                </a:solidFill>
                <a:latin typeface="Noto Sans JP" panose="020B0200000000000000" pitchFamily="50" charset="-128"/>
                <a:ea typeface="Noto Sans JP" panose="020B0200000000000000" pitchFamily="50" charset="-128"/>
              </a:rPr>
              <a:t>実行</a:t>
            </a:r>
          </a:p>
        </p:txBody>
      </p:sp>
      <p:cxnSp>
        <p:nvCxnSpPr>
          <p:cNvPr id="14" name="直線コネクタ 13">
            <a:extLst>
              <a:ext uri="{FF2B5EF4-FFF2-40B4-BE49-F238E27FC236}">
                <a16:creationId xmlns:a16="http://schemas.microsoft.com/office/drawing/2014/main" id="{23C78CC6-EC08-7B57-4AE9-D9ACE7C4152F}"/>
              </a:ext>
            </a:extLst>
          </p:cNvPr>
          <p:cNvCxnSpPr>
            <a:cxnSpLocks/>
          </p:cNvCxnSpPr>
          <p:nvPr/>
        </p:nvCxnSpPr>
        <p:spPr>
          <a:xfrm>
            <a:off x="1134745" y="3870676"/>
            <a:ext cx="1299210" cy="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テキスト ボックス 16">
            <a:extLst>
              <a:ext uri="{FF2B5EF4-FFF2-40B4-BE49-F238E27FC236}">
                <a16:creationId xmlns:a16="http://schemas.microsoft.com/office/drawing/2014/main" id="{00E61357-F93A-3F4D-3B3D-675E48BA458D}"/>
              </a:ext>
            </a:extLst>
          </p:cNvPr>
          <p:cNvSpPr txBox="1"/>
          <p:nvPr/>
        </p:nvSpPr>
        <p:spPr>
          <a:xfrm>
            <a:off x="2433955" y="3534992"/>
            <a:ext cx="1483451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2400" b="1" dirty="0">
                <a:solidFill>
                  <a:srgbClr val="FF0000"/>
                </a:solidFill>
                <a:latin typeface="Noto Sans JP" panose="020B0200000000000000" pitchFamily="50" charset="-128"/>
                <a:ea typeface="Noto Sans JP" panose="020B0200000000000000" pitchFamily="50" charset="-128"/>
              </a:rPr>
              <a:t>③</a:t>
            </a:r>
            <a:r>
              <a:rPr kumimoji="1" lang="en-US" altLang="ja-JP" sz="2400" b="1" dirty="0" err="1">
                <a:solidFill>
                  <a:srgbClr val="FF0000"/>
                </a:solidFill>
                <a:latin typeface="Noto Sans JP" panose="020B0200000000000000" pitchFamily="50" charset="-128"/>
                <a:ea typeface="Noto Sans JP" panose="020B0200000000000000" pitchFamily="50" charset="-128"/>
              </a:rPr>
              <a:t>do_local</a:t>
            </a:r>
            <a:r>
              <a:rPr kumimoji="1" lang="en-US" altLang="ja-JP" sz="2400" b="1" dirty="0">
                <a:solidFill>
                  <a:srgbClr val="FF0000"/>
                </a:solidFill>
                <a:latin typeface="Noto Sans JP" panose="020B0200000000000000" pitchFamily="50" charset="-128"/>
                <a:ea typeface="Noto Sans JP" panose="020B0200000000000000" pitchFamily="50" charset="-128"/>
              </a:rPr>
              <a:t> </a:t>
            </a:r>
            <a:r>
              <a:rPr kumimoji="1" lang="ja-JP" altLang="en-US" sz="2400" b="1" dirty="0">
                <a:solidFill>
                  <a:srgbClr val="FF0000"/>
                </a:solidFill>
                <a:latin typeface="Noto Sans JP" panose="020B0200000000000000" pitchFamily="50" charset="-128"/>
                <a:ea typeface="Noto Sans JP" panose="020B0200000000000000" pitchFamily="50" charset="-128"/>
              </a:rPr>
              <a:t>内で </a:t>
            </a:r>
            <a:r>
              <a:rPr kumimoji="1" lang="en-US" altLang="ja-JP" sz="2400" b="1" dirty="0">
                <a:solidFill>
                  <a:srgbClr val="FF0000"/>
                </a:solidFill>
                <a:latin typeface="Noto Sans JP" panose="020B0200000000000000" pitchFamily="50" charset="-128"/>
                <a:ea typeface="Noto Sans JP" panose="020B0200000000000000" pitchFamily="50" charset="-128"/>
              </a:rPr>
              <a:t>loc = "local" </a:t>
            </a:r>
            <a:r>
              <a:rPr kumimoji="1" lang="ja-JP" altLang="en-US" sz="2400" b="1" dirty="0">
                <a:solidFill>
                  <a:srgbClr val="FF0000"/>
                </a:solidFill>
                <a:latin typeface="Noto Sans JP" panose="020B0200000000000000" pitchFamily="50" charset="-128"/>
                <a:ea typeface="Noto Sans JP" panose="020B0200000000000000" pitchFamily="50" charset="-128"/>
              </a:rPr>
              <a:t>は</a:t>
            </a:r>
            <a:r>
              <a:rPr kumimoji="1" lang="en-US" altLang="ja-JP" sz="2400" b="1" dirty="0">
                <a:solidFill>
                  <a:srgbClr val="FF0000"/>
                </a:solidFill>
                <a:latin typeface="Noto Sans JP" panose="020B0200000000000000" pitchFamily="50" charset="-128"/>
                <a:ea typeface="Noto Sans JP" panose="020B0200000000000000" pitchFamily="50" charset="-128"/>
              </a:rPr>
              <a:t>scope</a:t>
            </a:r>
            <a:r>
              <a:rPr kumimoji="1" lang="ja-JP" altLang="en-US" sz="2400" b="1" dirty="0">
                <a:solidFill>
                  <a:srgbClr val="FF0000"/>
                </a:solidFill>
                <a:latin typeface="Noto Sans JP" panose="020B0200000000000000" pitchFamily="50" charset="-128"/>
                <a:ea typeface="Noto Sans JP" panose="020B0200000000000000" pitchFamily="50" charset="-128"/>
              </a:rPr>
              <a:t>の</a:t>
            </a:r>
            <a:r>
              <a:rPr kumimoji="1" lang="en-US" altLang="ja-JP" sz="2400" b="1" dirty="0">
                <a:solidFill>
                  <a:srgbClr val="FF0000"/>
                </a:solidFill>
                <a:latin typeface="Noto Sans JP" panose="020B0200000000000000" pitchFamily="50" charset="-128"/>
                <a:ea typeface="Noto Sans JP" panose="020B0200000000000000" pitchFamily="50" charset="-128"/>
              </a:rPr>
              <a:t>loc</a:t>
            </a:r>
            <a:r>
              <a:rPr kumimoji="1" lang="ja-JP" altLang="en-US" sz="2400" b="1" dirty="0">
                <a:solidFill>
                  <a:srgbClr val="FF0000"/>
                </a:solidFill>
                <a:latin typeface="Noto Sans JP" panose="020B0200000000000000" pitchFamily="50" charset="-128"/>
                <a:ea typeface="Noto Sans JP" panose="020B0200000000000000" pitchFamily="50" charset="-128"/>
              </a:rPr>
              <a:t>ではなく</a:t>
            </a:r>
            <a:r>
              <a:rPr kumimoji="1" lang="en-US" altLang="ja-JP" sz="2400" b="1" dirty="0" err="1">
                <a:solidFill>
                  <a:srgbClr val="FF0000"/>
                </a:solidFill>
                <a:latin typeface="Noto Sans JP" panose="020B0200000000000000" pitchFamily="50" charset="-128"/>
                <a:ea typeface="Noto Sans JP" panose="020B0200000000000000" pitchFamily="50" charset="-128"/>
              </a:rPr>
              <a:t>do_local</a:t>
            </a:r>
            <a:r>
              <a:rPr kumimoji="1" lang="en-US" altLang="ja-JP" sz="2400" b="1" dirty="0">
                <a:solidFill>
                  <a:srgbClr val="FF0000"/>
                </a:solidFill>
                <a:latin typeface="Noto Sans JP" panose="020B0200000000000000" pitchFamily="50" charset="-128"/>
                <a:ea typeface="Noto Sans JP" panose="020B0200000000000000" pitchFamily="50" charset="-128"/>
              </a:rPr>
              <a:t> </a:t>
            </a:r>
            <a:r>
              <a:rPr kumimoji="1" lang="ja-JP" altLang="en-US" sz="2400" b="1" dirty="0">
                <a:solidFill>
                  <a:srgbClr val="FF0000"/>
                </a:solidFill>
                <a:latin typeface="Noto Sans JP" panose="020B0200000000000000" pitchFamily="50" charset="-128"/>
                <a:ea typeface="Noto Sans JP" panose="020B0200000000000000" pitchFamily="50" charset="-128"/>
              </a:rPr>
              <a:t>関数専用の一時ローカル変数を作るだけ</a:t>
            </a:r>
          </a:p>
        </p:txBody>
      </p:sp>
      <p:cxnSp>
        <p:nvCxnSpPr>
          <p:cNvPr id="22" name="直線コネクタ 21">
            <a:extLst>
              <a:ext uri="{FF2B5EF4-FFF2-40B4-BE49-F238E27FC236}">
                <a16:creationId xmlns:a16="http://schemas.microsoft.com/office/drawing/2014/main" id="{891B7CDB-A70C-C4A6-0626-292DA354F409}"/>
              </a:ext>
            </a:extLst>
          </p:cNvPr>
          <p:cNvCxnSpPr>
            <a:cxnSpLocks/>
          </p:cNvCxnSpPr>
          <p:nvPr/>
        </p:nvCxnSpPr>
        <p:spPr>
          <a:xfrm>
            <a:off x="904685" y="6843512"/>
            <a:ext cx="1429131" cy="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テキスト ボックス 22">
            <a:extLst>
              <a:ext uri="{FF2B5EF4-FFF2-40B4-BE49-F238E27FC236}">
                <a16:creationId xmlns:a16="http://schemas.microsoft.com/office/drawing/2014/main" id="{7B7D0F59-ECD2-7CDD-5E0B-BB0B993A700B}"/>
              </a:ext>
            </a:extLst>
          </p:cNvPr>
          <p:cNvSpPr txBox="1"/>
          <p:nvPr/>
        </p:nvSpPr>
        <p:spPr>
          <a:xfrm>
            <a:off x="2433955" y="6507828"/>
            <a:ext cx="7023076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2400" b="1" dirty="0">
                <a:solidFill>
                  <a:srgbClr val="FF0000"/>
                </a:solidFill>
                <a:latin typeface="Noto Sans JP" panose="020B0200000000000000" pitchFamily="50" charset="-128"/>
                <a:ea typeface="Noto Sans JP" panose="020B0200000000000000" pitchFamily="50" charset="-128"/>
              </a:rPr>
              <a:t>④</a:t>
            </a:r>
            <a:r>
              <a:rPr kumimoji="1" lang="en-US" altLang="ja-JP" sz="2400" b="1" dirty="0">
                <a:solidFill>
                  <a:srgbClr val="FF0000"/>
                </a:solidFill>
                <a:latin typeface="Noto Sans JP" panose="020B0200000000000000" pitchFamily="50" charset="-128"/>
                <a:ea typeface="Noto Sans JP" panose="020B0200000000000000" pitchFamily="50" charset="-128"/>
              </a:rPr>
              <a:t>scope</a:t>
            </a:r>
            <a:r>
              <a:rPr kumimoji="1" lang="ja-JP" altLang="en-US" sz="2400" b="1" dirty="0">
                <a:solidFill>
                  <a:srgbClr val="FF0000"/>
                </a:solidFill>
                <a:latin typeface="Noto Sans JP" panose="020B0200000000000000" pitchFamily="50" charset="-128"/>
                <a:ea typeface="Noto Sans JP" panose="020B0200000000000000" pitchFamily="50" charset="-128"/>
              </a:rPr>
              <a:t>の </a:t>
            </a:r>
            <a:r>
              <a:rPr kumimoji="1" lang="en-US" altLang="ja-JP" sz="2400" b="1" dirty="0">
                <a:solidFill>
                  <a:srgbClr val="FF0000"/>
                </a:solidFill>
                <a:latin typeface="Noto Sans JP" panose="020B0200000000000000" pitchFamily="50" charset="-128"/>
                <a:ea typeface="Noto Sans JP" panose="020B0200000000000000" pitchFamily="50" charset="-128"/>
              </a:rPr>
              <a:t>loc </a:t>
            </a:r>
            <a:r>
              <a:rPr kumimoji="1" lang="ja-JP" altLang="en-US" sz="2400" b="1" dirty="0">
                <a:solidFill>
                  <a:srgbClr val="FF0000"/>
                </a:solidFill>
                <a:latin typeface="Noto Sans JP" panose="020B0200000000000000" pitchFamily="50" charset="-128"/>
                <a:ea typeface="Noto Sans JP" panose="020B0200000000000000" pitchFamily="50" charset="-128"/>
              </a:rPr>
              <a:t>は変更されない → </a:t>
            </a:r>
            <a:r>
              <a:rPr kumimoji="1" lang="en-US" altLang="ja-JP" sz="2400" b="1" dirty="0">
                <a:solidFill>
                  <a:srgbClr val="FF0000"/>
                </a:solidFill>
                <a:latin typeface="Noto Sans JP" panose="020B0200000000000000" pitchFamily="50" charset="-128"/>
                <a:ea typeface="Noto Sans JP" panose="020B0200000000000000" pitchFamily="50" charset="-128"/>
              </a:rPr>
              <a:t>"</a:t>
            </a:r>
            <a:r>
              <a:rPr kumimoji="1" lang="en-US" altLang="ja-JP" sz="2400" b="1" dirty="0" err="1">
                <a:solidFill>
                  <a:srgbClr val="FF0000"/>
                </a:solidFill>
                <a:latin typeface="Noto Sans JP" panose="020B0200000000000000" pitchFamily="50" charset="-128"/>
                <a:ea typeface="Noto Sans JP" panose="020B0200000000000000" pitchFamily="50" charset="-128"/>
              </a:rPr>
              <a:t>init</a:t>
            </a:r>
            <a:r>
              <a:rPr kumimoji="1" lang="en-US" altLang="ja-JP" sz="2400" b="1" dirty="0">
                <a:solidFill>
                  <a:srgbClr val="FF0000"/>
                </a:solidFill>
                <a:latin typeface="Noto Sans JP" panose="020B0200000000000000" pitchFamily="50" charset="-128"/>
                <a:ea typeface="Noto Sans JP" panose="020B0200000000000000" pitchFamily="50" charset="-128"/>
              </a:rPr>
              <a:t>" </a:t>
            </a:r>
            <a:r>
              <a:rPr kumimoji="1" lang="ja-JP" altLang="en-US" sz="2400" b="1" dirty="0">
                <a:solidFill>
                  <a:srgbClr val="FF0000"/>
                </a:solidFill>
                <a:latin typeface="Noto Sans JP" panose="020B0200000000000000" pitchFamily="50" charset="-128"/>
                <a:ea typeface="Noto Sans JP" panose="020B0200000000000000" pitchFamily="50" charset="-128"/>
              </a:rPr>
              <a:t>のまま。</a:t>
            </a:r>
          </a:p>
          <a:p>
            <a:r>
              <a:rPr kumimoji="1" lang="ja-JP" altLang="en-US" sz="2400" b="1" dirty="0">
                <a:solidFill>
                  <a:srgbClr val="FF0000"/>
                </a:solidFill>
                <a:latin typeface="Noto Sans JP" panose="020B0200000000000000" pitchFamily="50" charset="-128"/>
                <a:ea typeface="Noto Sans JP" panose="020B0200000000000000" pitchFamily="50" charset="-128"/>
              </a:rPr>
              <a:t>→ </a:t>
            </a:r>
            <a:r>
              <a:rPr kumimoji="1" lang="en-US" altLang="ja-JP" sz="2400" b="1" dirty="0">
                <a:solidFill>
                  <a:srgbClr val="FF0000"/>
                </a:solidFill>
                <a:latin typeface="Noto Sans JP" panose="020B0200000000000000" pitchFamily="50" charset="-128"/>
                <a:ea typeface="Noto Sans JP" panose="020B0200000000000000" pitchFamily="50" charset="-128"/>
              </a:rPr>
              <a:t>print("A:", loc) → A: </a:t>
            </a:r>
            <a:r>
              <a:rPr kumimoji="1" lang="en-US" altLang="ja-JP" sz="2400" b="1" dirty="0" err="1">
                <a:solidFill>
                  <a:srgbClr val="FF0000"/>
                </a:solidFill>
                <a:latin typeface="Noto Sans JP" panose="020B0200000000000000" pitchFamily="50" charset="-128"/>
                <a:ea typeface="Noto Sans JP" panose="020B0200000000000000" pitchFamily="50" charset="-128"/>
              </a:rPr>
              <a:t>init</a:t>
            </a:r>
            <a:endParaRPr kumimoji="1" lang="ja-JP" altLang="en-US" sz="2400" b="1" dirty="0">
              <a:solidFill>
                <a:srgbClr val="FF0000"/>
              </a:solidFill>
              <a:latin typeface="Noto Sans JP" panose="020B0200000000000000" pitchFamily="50" charset="-128"/>
              <a:ea typeface="Noto Sans JP" panose="020B0200000000000000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331842799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9" grpId="0"/>
      <p:bldP spid="17" grpId="0"/>
      <p:bldP spid="23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FF53BD4-950D-874B-E1DE-B9BE622C32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図 5">
            <a:extLst>
              <a:ext uri="{FF2B5EF4-FFF2-40B4-BE49-F238E27FC236}">
                <a16:creationId xmlns:a16="http://schemas.microsoft.com/office/drawing/2014/main" id="{B9B08DC9-31D5-3E60-BDA5-B6E333B19A3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5288" y="1574359"/>
            <a:ext cx="16629707" cy="7764433"/>
          </a:xfrm>
          <a:prstGeom prst="rect">
            <a:avLst/>
          </a:prstGeom>
        </p:spPr>
      </p:pic>
      <p:sp>
        <p:nvSpPr>
          <p:cNvPr id="8" name="タイトル 7">
            <a:extLst>
              <a:ext uri="{FF2B5EF4-FFF2-40B4-BE49-F238E27FC236}">
                <a16:creationId xmlns:a16="http://schemas.microsoft.com/office/drawing/2014/main" id="{FC43F268-A5A6-0C31-59A3-B6DB5EDC5F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2775" y="348253"/>
            <a:ext cx="17646914" cy="770016"/>
          </a:xfrm>
        </p:spPr>
        <p:txBody>
          <a:bodyPr/>
          <a:lstStyle/>
          <a:p>
            <a:r>
              <a:rPr lang="en-US" altLang="ja-JP" dirty="0">
                <a:solidFill>
                  <a:schemeClr val="bg1"/>
                </a:solidFill>
                <a:latin typeface="Noto Sans JP" panose="020B0200000000000000" pitchFamily="50" charset="-128"/>
                <a:ea typeface="Noto Sans JP" panose="020B0200000000000000" pitchFamily="50" charset="-128"/>
              </a:rPr>
              <a:t>32.</a:t>
            </a:r>
            <a:r>
              <a:rPr lang="ja-JP" altLang="en-US" dirty="0">
                <a:solidFill>
                  <a:schemeClr val="bg1"/>
                </a:solidFill>
                <a:latin typeface="Noto Sans JP" panose="020B0200000000000000" pitchFamily="50" charset="-128"/>
                <a:ea typeface="Noto Sans JP" panose="020B0200000000000000" pitchFamily="50" charset="-128"/>
              </a:rPr>
              <a:t>スコープ（変数の有効範囲）</a:t>
            </a:r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5D99C851-8482-187D-39E5-38940C4843D2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altLang="ja-JP" sz="2400" dirty="0">
                <a:latin typeface="Noto Sans JP" panose="020B0200000000000000" pitchFamily="50" charset="-128"/>
                <a:ea typeface="Noto Sans JP" panose="020B0200000000000000" pitchFamily="50" charset="-128"/>
              </a:rPr>
              <a:t>Prime Study </a:t>
            </a:r>
            <a:r>
              <a:rPr lang="ja-JP" altLang="en-US" sz="2400" dirty="0">
                <a:latin typeface="Noto Sans JP" panose="020B0200000000000000" pitchFamily="50" charset="-128"/>
                <a:ea typeface="Noto Sans JP" panose="020B0200000000000000" pitchFamily="50" charset="-128"/>
              </a:rPr>
              <a:t>第</a:t>
            </a:r>
            <a:r>
              <a:rPr lang="en-US" altLang="ja-JP" sz="2400" dirty="0">
                <a:latin typeface="Noto Sans JP" panose="020B0200000000000000" pitchFamily="50" charset="-128"/>
                <a:ea typeface="Noto Sans JP" panose="020B0200000000000000" pitchFamily="50" charset="-128"/>
              </a:rPr>
              <a:t>2</a:t>
            </a:r>
            <a:r>
              <a:rPr lang="ja-JP" altLang="en-US" sz="2400" dirty="0">
                <a:latin typeface="Noto Sans JP" panose="020B0200000000000000" pitchFamily="50" charset="-128"/>
                <a:ea typeface="Noto Sans JP" panose="020B0200000000000000" pitchFamily="50" charset="-128"/>
              </a:rPr>
              <a:t>回</a:t>
            </a:r>
            <a:endParaRPr lang="en-US" altLang="ja-JP" sz="2400" dirty="0">
              <a:latin typeface="Noto Sans JP" panose="020B0200000000000000" pitchFamily="50" charset="-128"/>
              <a:ea typeface="Noto Sans JP" panose="020B0200000000000000" pitchFamily="50" charset="-128"/>
            </a:endParaRPr>
          </a:p>
        </p:txBody>
      </p:sp>
      <p:sp>
        <p:nvSpPr>
          <p:cNvPr id="12" name="正方形/長方形 11">
            <a:extLst>
              <a:ext uri="{FF2B5EF4-FFF2-40B4-BE49-F238E27FC236}">
                <a16:creationId xmlns:a16="http://schemas.microsoft.com/office/drawing/2014/main" id="{3A295B76-65F4-92E8-2BDF-8EC095FE2FF1}"/>
              </a:ext>
            </a:extLst>
          </p:cNvPr>
          <p:cNvSpPr/>
          <p:nvPr/>
        </p:nvSpPr>
        <p:spPr>
          <a:xfrm>
            <a:off x="13393395" y="4629470"/>
            <a:ext cx="1406446" cy="498234"/>
          </a:xfrm>
          <a:prstGeom prst="rect">
            <a:avLst/>
          </a:prstGeom>
          <a:solidFill>
            <a:srgbClr val="0066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2400" dirty="0">
                <a:latin typeface="Noto Sans JP" panose="020B0200000000000000" pitchFamily="50" charset="-128"/>
                <a:ea typeface="Noto Sans JP" panose="020B0200000000000000" pitchFamily="50" charset="-128"/>
              </a:rPr>
              <a:t>選択肢</a:t>
            </a:r>
          </a:p>
        </p:txBody>
      </p:sp>
      <p:pic>
        <p:nvPicPr>
          <p:cNvPr id="10" name="図 9">
            <a:extLst>
              <a:ext uri="{FF2B5EF4-FFF2-40B4-BE49-F238E27FC236}">
                <a16:creationId xmlns:a16="http://schemas.microsoft.com/office/drawing/2014/main" id="{6B21310D-C5BE-0778-4428-C4C02F4415B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431495" y="5124322"/>
            <a:ext cx="4601217" cy="4277322"/>
          </a:xfrm>
          <a:prstGeom prst="rect">
            <a:avLst/>
          </a:prstGeom>
          <a:ln w="38100">
            <a:solidFill>
              <a:srgbClr val="0066FF"/>
            </a:solidFill>
          </a:ln>
        </p:spPr>
      </p:pic>
      <p:sp>
        <p:nvSpPr>
          <p:cNvPr id="5" name="楕円 4">
            <a:extLst>
              <a:ext uri="{FF2B5EF4-FFF2-40B4-BE49-F238E27FC236}">
                <a16:creationId xmlns:a16="http://schemas.microsoft.com/office/drawing/2014/main" id="{7B7FAFB7-2559-2A5B-31BA-D6700A361E90}"/>
              </a:ext>
            </a:extLst>
          </p:cNvPr>
          <p:cNvSpPr/>
          <p:nvPr/>
        </p:nvSpPr>
        <p:spPr>
          <a:xfrm>
            <a:off x="13639418" y="6176076"/>
            <a:ext cx="419100" cy="419100"/>
          </a:xfrm>
          <a:prstGeom prst="ellipse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4050"/>
          </a:p>
        </p:txBody>
      </p:sp>
      <p:cxnSp>
        <p:nvCxnSpPr>
          <p:cNvPr id="2" name="直線コネクタ 1">
            <a:extLst>
              <a:ext uri="{FF2B5EF4-FFF2-40B4-BE49-F238E27FC236}">
                <a16:creationId xmlns:a16="http://schemas.microsoft.com/office/drawing/2014/main" id="{50D70707-AE5D-81F9-D871-3BD44200524A}"/>
              </a:ext>
            </a:extLst>
          </p:cNvPr>
          <p:cNvCxnSpPr>
            <a:cxnSpLocks/>
          </p:cNvCxnSpPr>
          <p:nvPr/>
        </p:nvCxnSpPr>
        <p:spPr>
          <a:xfrm>
            <a:off x="931545" y="7175500"/>
            <a:ext cx="1299210" cy="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42147FFF-7BB5-6895-FB1B-BDDAC762863F}"/>
              </a:ext>
            </a:extLst>
          </p:cNvPr>
          <p:cNvSpPr txBox="1"/>
          <p:nvPr/>
        </p:nvSpPr>
        <p:spPr>
          <a:xfrm>
            <a:off x="2413828" y="6814763"/>
            <a:ext cx="328808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2400" b="1" dirty="0">
                <a:solidFill>
                  <a:srgbClr val="FF0000"/>
                </a:solidFill>
                <a:latin typeface="Noto Sans JP" panose="020B0200000000000000" pitchFamily="50" charset="-128"/>
                <a:ea typeface="Noto Sans JP" panose="020B0200000000000000" pitchFamily="50" charset="-128"/>
              </a:rPr>
              <a:t>⑤</a:t>
            </a:r>
            <a:r>
              <a:rPr kumimoji="1" lang="en-US" altLang="ja-JP" sz="2400" b="1" dirty="0" err="1">
                <a:solidFill>
                  <a:srgbClr val="FF0000"/>
                </a:solidFill>
                <a:latin typeface="Noto Sans JP" panose="020B0200000000000000" pitchFamily="50" charset="-128"/>
                <a:ea typeface="Noto Sans JP" panose="020B0200000000000000" pitchFamily="50" charset="-128"/>
              </a:rPr>
              <a:t>do_nonlocal</a:t>
            </a:r>
            <a:r>
              <a:rPr kumimoji="1" lang="en-US" altLang="ja-JP" sz="2400" b="1" dirty="0">
                <a:solidFill>
                  <a:srgbClr val="FF0000"/>
                </a:solidFill>
                <a:latin typeface="Noto Sans JP" panose="020B0200000000000000" pitchFamily="50" charset="-128"/>
                <a:ea typeface="Noto Sans JP" panose="020B0200000000000000" pitchFamily="50" charset="-128"/>
              </a:rPr>
              <a:t>() </a:t>
            </a:r>
            <a:r>
              <a:rPr kumimoji="1" lang="ja-JP" altLang="en-US" sz="2400" b="1" dirty="0">
                <a:solidFill>
                  <a:srgbClr val="FF0000"/>
                </a:solidFill>
                <a:latin typeface="Noto Sans JP" panose="020B0200000000000000" pitchFamily="50" charset="-128"/>
                <a:ea typeface="Noto Sans JP" panose="020B0200000000000000" pitchFamily="50" charset="-128"/>
              </a:rPr>
              <a:t>実行</a:t>
            </a:r>
          </a:p>
        </p:txBody>
      </p:sp>
      <p:cxnSp>
        <p:nvCxnSpPr>
          <p:cNvPr id="11" name="直線コネクタ 10">
            <a:extLst>
              <a:ext uri="{FF2B5EF4-FFF2-40B4-BE49-F238E27FC236}">
                <a16:creationId xmlns:a16="http://schemas.microsoft.com/office/drawing/2014/main" id="{2A6BBC3D-0FB4-B6E2-8EE3-CCB5603676FF}"/>
              </a:ext>
            </a:extLst>
          </p:cNvPr>
          <p:cNvCxnSpPr>
            <a:cxnSpLocks/>
          </p:cNvCxnSpPr>
          <p:nvPr/>
        </p:nvCxnSpPr>
        <p:spPr>
          <a:xfrm>
            <a:off x="1122045" y="4516064"/>
            <a:ext cx="1299210" cy="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テキスト ボックス 12">
            <a:extLst>
              <a:ext uri="{FF2B5EF4-FFF2-40B4-BE49-F238E27FC236}">
                <a16:creationId xmlns:a16="http://schemas.microsoft.com/office/drawing/2014/main" id="{F825D75B-31A9-4FB4-7C34-97BF9A39CC52}"/>
              </a:ext>
            </a:extLst>
          </p:cNvPr>
          <p:cNvSpPr txBox="1"/>
          <p:nvPr/>
        </p:nvSpPr>
        <p:spPr>
          <a:xfrm>
            <a:off x="2604328" y="4155327"/>
            <a:ext cx="783740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2400" b="1" dirty="0">
                <a:solidFill>
                  <a:srgbClr val="FF0000"/>
                </a:solidFill>
                <a:latin typeface="Noto Sans JP" panose="020B0200000000000000" pitchFamily="50" charset="-128"/>
                <a:ea typeface="Noto Sans JP" panose="020B0200000000000000" pitchFamily="50" charset="-128"/>
              </a:rPr>
              <a:t>⑥nonlocal loc </a:t>
            </a:r>
            <a:r>
              <a:rPr kumimoji="1" lang="ja-JP" altLang="en-US" sz="2400" b="1" dirty="0">
                <a:solidFill>
                  <a:srgbClr val="FF0000"/>
                </a:solidFill>
                <a:latin typeface="Noto Sans JP" panose="020B0200000000000000" pitchFamily="50" charset="-128"/>
                <a:ea typeface="Noto Sans JP" panose="020B0200000000000000" pitchFamily="50" charset="-128"/>
              </a:rPr>
              <a:t>により、</a:t>
            </a:r>
            <a:r>
              <a:rPr kumimoji="1" lang="en-US" altLang="ja-JP" sz="2400" b="1" dirty="0">
                <a:solidFill>
                  <a:srgbClr val="FF0000"/>
                </a:solidFill>
                <a:latin typeface="Noto Sans JP" panose="020B0200000000000000" pitchFamily="50" charset="-128"/>
                <a:ea typeface="Noto Sans JP" panose="020B0200000000000000" pitchFamily="50" charset="-128"/>
              </a:rPr>
              <a:t>scope() </a:t>
            </a:r>
            <a:r>
              <a:rPr kumimoji="1" lang="ja-JP" altLang="en-US" sz="2400" b="1" dirty="0">
                <a:solidFill>
                  <a:srgbClr val="FF0000"/>
                </a:solidFill>
                <a:latin typeface="Noto Sans JP" panose="020B0200000000000000" pitchFamily="50" charset="-128"/>
                <a:ea typeface="Noto Sans JP" panose="020B0200000000000000" pitchFamily="50" charset="-128"/>
              </a:rPr>
              <a:t>の </a:t>
            </a:r>
            <a:r>
              <a:rPr kumimoji="1" lang="en-US" altLang="ja-JP" sz="2400" b="1" dirty="0">
                <a:solidFill>
                  <a:srgbClr val="FF0000"/>
                </a:solidFill>
                <a:latin typeface="Noto Sans JP" panose="020B0200000000000000" pitchFamily="50" charset="-128"/>
                <a:ea typeface="Noto Sans JP" panose="020B0200000000000000" pitchFamily="50" charset="-128"/>
              </a:rPr>
              <a:t>loc </a:t>
            </a:r>
            <a:r>
              <a:rPr kumimoji="1" lang="ja-JP" altLang="en-US" sz="2400" b="1" dirty="0">
                <a:solidFill>
                  <a:srgbClr val="FF0000"/>
                </a:solidFill>
                <a:latin typeface="Noto Sans JP" panose="020B0200000000000000" pitchFamily="50" charset="-128"/>
                <a:ea typeface="Noto Sans JP" panose="020B0200000000000000" pitchFamily="50" charset="-128"/>
              </a:rPr>
              <a:t>を直接変更する</a:t>
            </a:r>
          </a:p>
        </p:txBody>
      </p:sp>
      <p:cxnSp>
        <p:nvCxnSpPr>
          <p:cNvPr id="18" name="直線コネクタ 17">
            <a:extLst>
              <a:ext uri="{FF2B5EF4-FFF2-40B4-BE49-F238E27FC236}">
                <a16:creationId xmlns:a16="http://schemas.microsoft.com/office/drawing/2014/main" id="{AE57A33D-7723-1440-8505-A8A3CC2ED881}"/>
              </a:ext>
            </a:extLst>
          </p:cNvPr>
          <p:cNvCxnSpPr>
            <a:cxnSpLocks/>
          </p:cNvCxnSpPr>
          <p:nvPr/>
        </p:nvCxnSpPr>
        <p:spPr>
          <a:xfrm>
            <a:off x="1171385" y="4858965"/>
            <a:ext cx="1429131" cy="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テキスト ボックス 18">
            <a:extLst>
              <a:ext uri="{FF2B5EF4-FFF2-40B4-BE49-F238E27FC236}">
                <a16:creationId xmlns:a16="http://schemas.microsoft.com/office/drawing/2014/main" id="{74A307EE-2286-3F3B-3A6A-4FB4BFE01D15}"/>
              </a:ext>
            </a:extLst>
          </p:cNvPr>
          <p:cNvSpPr txBox="1"/>
          <p:nvPr/>
        </p:nvSpPr>
        <p:spPr>
          <a:xfrm>
            <a:off x="2604328" y="4612528"/>
            <a:ext cx="477085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2400" b="1" dirty="0">
                <a:solidFill>
                  <a:srgbClr val="FF0000"/>
                </a:solidFill>
                <a:latin typeface="Noto Sans JP" panose="020B0200000000000000" pitchFamily="50" charset="-128"/>
                <a:ea typeface="Noto Sans JP" panose="020B0200000000000000" pitchFamily="50" charset="-128"/>
              </a:rPr>
              <a:t>⑦</a:t>
            </a:r>
            <a:r>
              <a:rPr kumimoji="1" lang="en-US" altLang="ja-JP" sz="2400" b="1" dirty="0">
                <a:solidFill>
                  <a:srgbClr val="FF0000"/>
                </a:solidFill>
                <a:latin typeface="Noto Sans JP" panose="020B0200000000000000" pitchFamily="50" charset="-128"/>
                <a:ea typeface="Noto Sans JP" panose="020B0200000000000000" pitchFamily="50" charset="-128"/>
              </a:rPr>
              <a:t>"</a:t>
            </a:r>
            <a:r>
              <a:rPr kumimoji="1" lang="en-US" altLang="ja-JP" sz="2400" b="1" dirty="0" err="1">
                <a:solidFill>
                  <a:srgbClr val="FF0000"/>
                </a:solidFill>
                <a:latin typeface="Noto Sans JP" panose="020B0200000000000000" pitchFamily="50" charset="-128"/>
                <a:ea typeface="Noto Sans JP" panose="020B0200000000000000" pitchFamily="50" charset="-128"/>
              </a:rPr>
              <a:t>init</a:t>
            </a:r>
            <a:r>
              <a:rPr kumimoji="1" lang="en-US" altLang="ja-JP" sz="2400" b="1" dirty="0">
                <a:solidFill>
                  <a:srgbClr val="FF0000"/>
                </a:solidFill>
                <a:latin typeface="Noto Sans JP" panose="020B0200000000000000" pitchFamily="50" charset="-128"/>
                <a:ea typeface="Noto Sans JP" panose="020B0200000000000000" pitchFamily="50" charset="-128"/>
              </a:rPr>
              <a:t>" → "nonlocal" </a:t>
            </a:r>
            <a:r>
              <a:rPr kumimoji="1" lang="ja-JP" altLang="en-US" sz="2400" b="1" dirty="0">
                <a:solidFill>
                  <a:srgbClr val="FF0000"/>
                </a:solidFill>
                <a:latin typeface="Noto Sans JP" panose="020B0200000000000000" pitchFamily="50" charset="-128"/>
                <a:ea typeface="Noto Sans JP" panose="020B0200000000000000" pitchFamily="50" charset="-128"/>
              </a:rPr>
              <a:t>に変わる</a:t>
            </a:r>
          </a:p>
        </p:txBody>
      </p:sp>
      <p:cxnSp>
        <p:nvCxnSpPr>
          <p:cNvPr id="20" name="直線コネクタ 19">
            <a:extLst>
              <a:ext uri="{FF2B5EF4-FFF2-40B4-BE49-F238E27FC236}">
                <a16:creationId xmlns:a16="http://schemas.microsoft.com/office/drawing/2014/main" id="{45760309-0E40-D1C5-6C3A-B62849D88B70}"/>
              </a:ext>
            </a:extLst>
          </p:cNvPr>
          <p:cNvCxnSpPr>
            <a:cxnSpLocks/>
          </p:cNvCxnSpPr>
          <p:nvPr/>
        </p:nvCxnSpPr>
        <p:spPr>
          <a:xfrm>
            <a:off x="931545" y="7537323"/>
            <a:ext cx="1429131" cy="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テキスト ボックス 20">
            <a:extLst>
              <a:ext uri="{FF2B5EF4-FFF2-40B4-BE49-F238E27FC236}">
                <a16:creationId xmlns:a16="http://schemas.microsoft.com/office/drawing/2014/main" id="{C55850E0-697E-C9B6-B82D-EB902A43B998}"/>
              </a:ext>
            </a:extLst>
          </p:cNvPr>
          <p:cNvSpPr txBox="1"/>
          <p:nvPr/>
        </p:nvSpPr>
        <p:spPr>
          <a:xfrm>
            <a:off x="2360676" y="7290886"/>
            <a:ext cx="530305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2400" b="1" dirty="0">
                <a:solidFill>
                  <a:srgbClr val="FF0000"/>
                </a:solidFill>
                <a:latin typeface="Noto Sans JP" panose="020B0200000000000000" pitchFamily="50" charset="-128"/>
                <a:ea typeface="Noto Sans JP" panose="020B0200000000000000" pitchFamily="50" charset="-128"/>
              </a:rPr>
              <a:t>⑧ </a:t>
            </a:r>
            <a:r>
              <a:rPr kumimoji="1" lang="en-US" altLang="ja-JP" sz="2400" b="1" dirty="0">
                <a:solidFill>
                  <a:srgbClr val="FF0000"/>
                </a:solidFill>
                <a:latin typeface="Noto Sans JP" panose="020B0200000000000000" pitchFamily="50" charset="-128"/>
                <a:ea typeface="Noto Sans JP" panose="020B0200000000000000" pitchFamily="50" charset="-128"/>
              </a:rPr>
              <a:t>→ print("B:", loc) → B: nonlocal</a:t>
            </a:r>
            <a:endParaRPr kumimoji="1" lang="ja-JP" altLang="en-US" sz="2400" b="1" dirty="0">
              <a:solidFill>
                <a:srgbClr val="FF0000"/>
              </a:solidFill>
              <a:latin typeface="Noto Sans JP" panose="020B0200000000000000" pitchFamily="50" charset="-128"/>
              <a:ea typeface="Noto Sans JP" panose="020B0200000000000000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379933230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13" grpId="0"/>
      <p:bldP spid="19" grpId="0"/>
      <p:bldP spid="21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8422E50-385B-EF0A-71BD-F5E8B789D5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図 5">
            <a:extLst>
              <a:ext uri="{FF2B5EF4-FFF2-40B4-BE49-F238E27FC236}">
                <a16:creationId xmlns:a16="http://schemas.microsoft.com/office/drawing/2014/main" id="{8ADD3BE5-AA2D-EE8E-3B94-BEB7670E916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5288" y="1467185"/>
            <a:ext cx="16629707" cy="7764433"/>
          </a:xfrm>
          <a:prstGeom prst="rect">
            <a:avLst/>
          </a:prstGeom>
        </p:spPr>
      </p:pic>
      <p:sp>
        <p:nvSpPr>
          <p:cNvPr id="8" name="タイトル 7">
            <a:extLst>
              <a:ext uri="{FF2B5EF4-FFF2-40B4-BE49-F238E27FC236}">
                <a16:creationId xmlns:a16="http://schemas.microsoft.com/office/drawing/2014/main" id="{246DB678-2E93-6312-CA3C-F8BAC4D89D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2775" y="348253"/>
            <a:ext cx="17646914" cy="770016"/>
          </a:xfrm>
        </p:spPr>
        <p:txBody>
          <a:bodyPr/>
          <a:lstStyle/>
          <a:p>
            <a:r>
              <a:rPr lang="en-US" altLang="ja-JP" dirty="0">
                <a:solidFill>
                  <a:schemeClr val="bg1"/>
                </a:solidFill>
                <a:latin typeface="Noto Sans JP" panose="020B0200000000000000" pitchFamily="50" charset="-128"/>
                <a:ea typeface="Noto Sans JP" panose="020B0200000000000000" pitchFamily="50" charset="-128"/>
              </a:rPr>
              <a:t>32.</a:t>
            </a:r>
            <a:r>
              <a:rPr lang="ja-JP" altLang="en-US" dirty="0">
                <a:solidFill>
                  <a:schemeClr val="bg1"/>
                </a:solidFill>
                <a:latin typeface="Noto Sans JP" panose="020B0200000000000000" pitchFamily="50" charset="-128"/>
                <a:ea typeface="Noto Sans JP" panose="020B0200000000000000" pitchFamily="50" charset="-128"/>
              </a:rPr>
              <a:t>スコープ（変数の有効範囲）</a:t>
            </a:r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49EDD4E7-381B-EB48-7AFE-A51219D42855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altLang="ja-JP" sz="2400" dirty="0">
                <a:latin typeface="Noto Sans JP" panose="020B0200000000000000" pitchFamily="50" charset="-128"/>
                <a:ea typeface="Noto Sans JP" panose="020B0200000000000000" pitchFamily="50" charset="-128"/>
              </a:rPr>
              <a:t>Prime Study </a:t>
            </a:r>
            <a:r>
              <a:rPr lang="ja-JP" altLang="en-US" sz="2400" dirty="0">
                <a:latin typeface="Noto Sans JP" panose="020B0200000000000000" pitchFamily="50" charset="-128"/>
                <a:ea typeface="Noto Sans JP" panose="020B0200000000000000" pitchFamily="50" charset="-128"/>
              </a:rPr>
              <a:t>第</a:t>
            </a:r>
            <a:r>
              <a:rPr lang="en-US" altLang="ja-JP" sz="2400" dirty="0">
                <a:latin typeface="Noto Sans JP" panose="020B0200000000000000" pitchFamily="50" charset="-128"/>
                <a:ea typeface="Noto Sans JP" panose="020B0200000000000000" pitchFamily="50" charset="-128"/>
              </a:rPr>
              <a:t>2</a:t>
            </a:r>
            <a:r>
              <a:rPr lang="ja-JP" altLang="en-US" sz="2400" dirty="0">
                <a:latin typeface="Noto Sans JP" panose="020B0200000000000000" pitchFamily="50" charset="-128"/>
                <a:ea typeface="Noto Sans JP" panose="020B0200000000000000" pitchFamily="50" charset="-128"/>
              </a:rPr>
              <a:t>回</a:t>
            </a:r>
            <a:endParaRPr lang="en-US" altLang="ja-JP" sz="2400" dirty="0">
              <a:latin typeface="Noto Sans JP" panose="020B0200000000000000" pitchFamily="50" charset="-128"/>
              <a:ea typeface="Noto Sans JP" panose="020B0200000000000000" pitchFamily="50" charset="-128"/>
            </a:endParaRPr>
          </a:p>
        </p:txBody>
      </p:sp>
      <p:sp>
        <p:nvSpPr>
          <p:cNvPr id="12" name="正方形/長方形 11">
            <a:extLst>
              <a:ext uri="{FF2B5EF4-FFF2-40B4-BE49-F238E27FC236}">
                <a16:creationId xmlns:a16="http://schemas.microsoft.com/office/drawing/2014/main" id="{3B64567C-BF6C-01F4-F497-1799E3AFBE63}"/>
              </a:ext>
            </a:extLst>
          </p:cNvPr>
          <p:cNvSpPr/>
          <p:nvPr/>
        </p:nvSpPr>
        <p:spPr>
          <a:xfrm>
            <a:off x="13393395" y="4629470"/>
            <a:ext cx="1406446" cy="498234"/>
          </a:xfrm>
          <a:prstGeom prst="rect">
            <a:avLst/>
          </a:prstGeom>
          <a:solidFill>
            <a:srgbClr val="0066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2400" dirty="0">
                <a:latin typeface="Noto Sans JP" panose="020B0200000000000000" pitchFamily="50" charset="-128"/>
                <a:ea typeface="Noto Sans JP" panose="020B0200000000000000" pitchFamily="50" charset="-128"/>
              </a:rPr>
              <a:t>選択肢</a:t>
            </a:r>
          </a:p>
        </p:txBody>
      </p:sp>
      <p:pic>
        <p:nvPicPr>
          <p:cNvPr id="10" name="図 9">
            <a:extLst>
              <a:ext uri="{FF2B5EF4-FFF2-40B4-BE49-F238E27FC236}">
                <a16:creationId xmlns:a16="http://schemas.microsoft.com/office/drawing/2014/main" id="{601121D1-9C14-EEED-F2CD-F08DE34357B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431495" y="5124322"/>
            <a:ext cx="4601217" cy="4277322"/>
          </a:xfrm>
          <a:prstGeom prst="rect">
            <a:avLst/>
          </a:prstGeom>
          <a:ln w="38100">
            <a:solidFill>
              <a:srgbClr val="0066FF"/>
            </a:solidFill>
          </a:ln>
        </p:spPr>
      </p:pic>
      <p:sp>
        <p:nvSpPr>
          <p:cNvPr id="5" name="楕円 4">
            <a:extLst>
              <a:ext uri="{FF2B5EF4-FFF2-40B4-BE49-F238E27FC236}">
                <a16:creationId xmlns:a16="http://schemas.microsoft.com/office/drawing/2014/main" id="{4AD0C996-AD50-3265-0599-329B0F0553F7}"/>
              </a:ext>
            </a:extLst>
          </p:cNvPr>
          <p:cNvSpPr/>
          <p:nvPr/>
        </p:nvSpPr>
        <p:spPr>
          <a:xfrm>
            <a:off x="13639418" y="6176076"/>
            <a:ext cx="419100" cy="419100"/>
          </a:xfrm>
          <a:prstGeom prst="ellipse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4050"/>
          </a:p>
        </p:txBody>
      </p:sp>
      <p:cxnSp>
        <p:nvCxnSpPr>
          <p:cNvPr id="2" name="直線コネクタ 1">
            <a:extLst>
              <a:ext uri="{FF2B5EF4-FFF2-40B4-BE49-F238E27FC236}">
                <a16:creationId xmlns:a16="http://schemas.microsoft.com/office/drawing/2014/main" id="{86AFECB8-AAB8-7D23-5E82-7E2D453E7CF9}"/>
              </a:ext>
            </a:extLst>
          </p:cNvPr>
          <p:cNvCxnSpPr>
            <a:cxnSpLocks/>
          </p:cNvCxnSpPr>
          <p:nvPr/>
        </p:nvCxnSpPr>
        <p:spPr>
          <a:xfrm>
            <a:off x="931545" y="7734300"/>
            <a:ext cx="1299210" cy="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AA110326-C51B-11D1-7FDC-8EDCD352F877}"/>
              </a:ext>
            </a:extLst>
          </p:cNvPr>
          <p:cNvSpPr txBox="1"/>
          <p:nvPr/>
        </p:nvSpPr>
        <p:spPr>
          <a:xfrm>
            <a:off x="2268855" y="7462463"/>
            <a:ext cx="246253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2000" b="1" dirty="0">
                <a:solidFill>
                  <a:srgbClr val="FF0000"/>
                </a:solidFill>
                <a:latin typeface="Noto Sans JP" panose="020B0200000000000000" pitchFamily="50" charset="-128"/>
                <a:ea typeface="Noto Sans JP" panose="020B0200000000000000" pitchFamily="50" charset="-128"/>
              </a:rPr>
              <a:t>⑨</a:t>
            </a:r>
            <a:r>
              <a:rPr kumimoji="1" lang="en-US" altLang="ja-JP" sz="2000" b="1" dirty="0" err="1">
                <a:solidFill>
                  <a:srgbClr val="FF0000"/>
                </a:solidFill>
                <a:latin typeface="Noto Sans JP" panose="020B0200000000000000" pitchFamily="50" charset="-128"/>
                <a:ea typeface="Noto Sans JP" panose="020B0200000000000000" pitchFamily="50" charset="-128"/>
              </a:rPr>
              <a:t>do_global</a:t>
            </a:r>
            <a:r>
              <a:rPr kumimoji="1" lang="en-US" altLang="ja-JP" sz="2000" b="1" dirty="0">
                <a:solidFill>
                  <a:srgbClr val="FF0000"/>
                </a:solidFill>
                <a:latin typeface="Noto Sans JP" panose="020B0200000000000000" pitchFamily="50" charset="-128"/>
                <a:ea typeface="Noto Sans JP" panose="020B0200000000000000" pitchFamily="50" charset="-128"/>
              </a:rPr>
              <a:t>() </a:t>
            </a:r>
            <a:r>
              <a:rPr kumimoji="1" lang="ja-JP" altLang="en-US" sz="2000" b="1" dirty="0">
                <a:solidFill>
                  <a:srgbClr val="FF0000"/>
                </a:solidFill>
                <a:latin typeface="Noto Sans JP" panose="020B0200000000000000" pitchFamily="50" charset="-128"/>
                <a:ea typeface="Noto Sans JP" panose="020B0200000000000000" pitchFamily="50" charset="-128"/>
              </a:rPr>
              <a:t>実行</a:t>
            </a:r>
          </a:p>
        </p:txBody>
      </p:sp>
      <p:cxnSp>
        <p:nvCxnSpPr>
          <p:cNvPr id="7" name="直線コネクタ 6">
            <a:extLst>
              <a:ext uri="{FF2B5EF4-FFF2-40B4-BE49-F238E27FC236}">
                <a16:creationId xmlns:a16="http://schemas.microsoft.com/office/drawing/2014/main" id="{87C3391E-286D-0BCE-B229-F61EB8D400A7}"/>
              </a:ext>
            </a:extLst>
          </p:cNvPr>
          <p:cNvCxnSpPr>
            <a:cxnSpLocks/>
          </p:cNvCxnSpPr>
          <p:nvPr/>
        </p:nvCxnSpPr>
        <p:spPr>
          <a:xfrm>
            <a:off x="1232793" y="5377237"/>
            <a:ext cx="976115" cy="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テキスト ボックス 8">
            <a:extLst>
              <a:ext uri="{FF2B5EF4-FFF2-40B4-BE49-F238E27FC236}">
                <a16:creationId xmlns:a16="http://schemas.microsoft.com/office/drawing/2014/main" id="{23FEBF43-12D8-3766-8B62-E91C0302FB6C}"/>
              </a:ext>
            </a:extLst>
          </p:cNvPr>
          <p:cNvSpPr txBox="1"/>
          <p:nvPr/>
        </p:nvSpPr>
        <p:spPr>
          <a:xfrm>
            <a:off x="2565400" y="5143500"/>
            <a:ext cx="779732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2000" b="1" dirty="0">
                <a:solidFill>
                  <a:srgbClr val="FF0000"/>
                </a:solidFill>
                <a:latin typeface="Noto Sans JP" panose="020B0200000000000000" pitchFamily="50" charset="-128"/>
                <a:ea typeface="Noto Sans JP" panose="020B0200000000000000" pitchFamily="50" charset="-128"/>
              </a:rPr>
              <a:t>⑩</a:t>
            </a:r>
            <a:r>
              <a:rPr kumimoji="1" lang="en-US" altLang="ja-JP" sz="2000" b="1" dirty="0">
                <a:solidFill>
                  <a:srgbClr val="FF0000"/>
                </a:solidFill>
                <a:latin typeface="Noto Sans JP" panose="020B0200000000000000" pitchFamily="50" charset="-128"/>
                <a:ea typeface="Noto Sans JP" panose="020B0200000000000000" pitchFamily="50" charset="-128"/>
              </a:rPr>
              <a:t>global loc </a:t>
            </a:r>
            <a:r>
              <a:rPr kumimoji="1" lang="ja-JP" altLang="en-US" sz="2000" b="1" dirty="0">
                <a:solidFill>
                  <a:srgbClr val="FF0000"/>
                </a:solidFill>
                <a:latin typeface="Noto Sans JP" panose="020B0200000000000000" pitchFamily="50" charset="-128"/>
                <a:ea typeface="Noto Sans JP" panose="020B0200000000000000" pitchFamily="50" charset="-128"/>
              </a:rPr>
              <a:t>により、</a:t>
            </a:r>
            <a:r>
              <a:rPr kumimoji="1" lang="en-US" altLang="ja-JP" sz="2000" b="1" dirty="0">
                <a:solidFill>
                  <a:srgbClr val="FF0000"/>
                </a:solidFill>
                <a:latin typeface="Noto Sans JP" panose="020B0200000000000000" pitchFamily="50" charset="-128"/>
                <a:ea typeface="Noto Sans JP" panose="020B0200000000000000" pitchFamily="50" charset="-128"/>
              </a:rPr>
              <a:t>loc =</a:t>
            </a:r>
            <a:r>
              <a:rPr kumimoji="1" lang="ja-JP" altLang="en-US" sz="2000" b="1" dirty="0">
                <a:solidFill>
                  <a:srgbClr val="FF0000"/>
                </a:solidFill>
                <a:latin typeface="Noto Sans JP" panose="020B0200000000000000" pitchFamily="50" charset="-128"/>
                <a:ea typeface="Noto Sans JP" panose="020B0200000000000000" pitchFamily="50" charset="-128"/>
              </a:rPr>
              <a:t> </a:t>
            </a:r>
            <a:r>
              <a:rPr kumimoji="1" lang="en-US" altLang="ja-JP" sz="2000" b="1" dirty="0">
                <a:solidFill>
                  <a:srgbClr val="FF0000"/>
                </a:solidFill>
                <a:latin typeface="Noto Sans JP" panose="020B0200000000000000" pitchFamily="50" charset="-128"/>
                <a:ea typeface="Noto Sans JP" panose="020B0200000000000000" pitchFamily="50" charset="-128"/>
              </a:rPr>
              <a:t>“global“</a:t>
            </a:r>
            <a:r>
              <a:rPr kumimoji="1" lang="ja-JP" altLang="en-US" sz="2000" b="1" dirty="0">
                <a:solidFill>
                  <a:srgbClr val="FF0000"/>
                </a:solidFill>
                <a:latin typeface="Noto Sans JP" panose="020B0200000000000000" pitchFamily="50" charset="-128"/>
                <a:ea typeface="Noto Sans JP" panose="020B0200000000000000" pitchFamily="50" charset="-128"/>
              </a:rPr>
              <a:t>という新しい変数が作られる</a:t>
            </a:r>
          </a:p>
        </p:txBody>
      </p:sp>
      <p:cxnSp>
        <p:nvCxnSpPr>
          <p:cNvPr id="14" name="直線コネクタ 13">
            <a:extLst>
              <a:ext uri="{FF2B5EF4-FFF2-40B4-BE49-F238E27FC236}">
                <a16:creationId xmlns:a16="http://schemas.microsoft.com/office/drawing/2014/main" id="{23A94EDF-8F23-B60F-A31E-F1CE165B0DCC}"/>
              </a:ext>
            </a:extLst>
          </p:cNvPr>
          <p:cNvCxnSpPr>
            <a:cxnSpLocks/>
          </p:cNvCxnSpPr>
          <p:nvPr/>
        </p:nvCxnSpPr>
        <p:spPr>
          <a:xfrm>
            <a:off x="1232793" y="5732837"/>
            <a:ext cx="1332607" cy="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直線コネクタ 15">
            <a:extLst>
              <a:ext uri="{FF2B5EF4-FFF2-40B4-BE49-F238E27FC236}">
                <a16:creationId xmlns:a16="http://schemas.microsoft.com/office/drawing/2014/main" id="{532D6416-4CBB-3B55-FD48-4503D6D9150A}"/>
              </a:ext>
            </a:extLst>
          </p:cNvPr>
          <p:cNvCxnSpPr>
            <a:cxnSpLocks/>
          </p:cNvCxnSpPr>
          <p:nvPr/>
        </p:nvCxnSpPr>
        <p:spPr>
          <a:xfrm>
            <a:off x="993585" y="8081665"/>
            <a:ext cx="1429131" cy="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テキスト ボックス 16">
            <a:extLst>
              <a:ext uri="{FF2B5EF4-FFF2-40B4-BE49-F238E27FC236}">
                <a16:creationId xmlns:a16="http://schemas.microsoft.com/office/drawing/2014/main" id="{7E6959AB-9DE8-C213-85B7-186601C3FE7C}"/>
              </a:ext>
            </a:extLst>
          </p:cNvPr>
          <p:cNvSpPr txBox="1"/>
          <p:nvPr/>
        </p:nvSpPr>
        <p:spPr>
          <a:xfrm>
            <a:off x="2565400" y="7822528"/>
            <a:ext cx="7773282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2000" b="1" dirty="0">
                <a:solidFill>
                  <a:srgbClr val="FF0000"/>
                </a:solidFill>
                <a:latin typeface="Noto Sans JP" panose="020B0200000000000000" pitchFamily="50" charset="-128"/>
                <a:ea typeface="Noto Sans JP" panose="020B0200000000000000" pitchFamily="50" charset="-128"/>
              </a:rPr>
              <a:t>⑪</a:t>
            </a:r>
            <a:r>
              <a:rPr kumimoji="1" lang="en-US" altLang="ja-JP" sz="2000" b="1" dirty="0">
                <a:solidFill>
                  <a:srgbClr val="FF0000"/>
                </a:solidFill>
                <a:latin typeface="Noto Sans JP" panose="020B0200000000000000" pitchFamily="50" charset="-128"/>
                <a:ea typeface="Noto Sans JP" panose="020B0200000000000000" pitchFamily="50" charset="-128"/>
              </a:rPr>
              <a:t>print("C:", loc) </a:t>
            </a:r>
            <a:r>
              <a:rPr kumimoji="1" lang="ja-JP" altLang="en-US" sz="2000" b="1" dirty="0">
                <a:solidFill>
                  <a:srgbClr val="FF0000"/>
                </a:solidFill>
                <a:latin typeface="Noto Sans JP" panose="020B0200000000000000" pitchFamily="50" charset="-128"/>
                <a:ea typeface="Noto Sans JP" panose="020B0200000000000000" pitchFamily="50" charset="-128"/>
              </a:rPr>
              <a:t>は </a:t>
            </a:r>
            <a:r>
              <a:rPr kumimoji="1" lang="en-US" altLang="ja-JP" sz="2000" b="1" dirty="0">
                <a:solidFill>
                  <a:srgbClr val="FF0000"/>
                </a:solidFill>
                <a:latin typeface="Noto Sans JP" panose="020B0200000000000000" pitchFamily="50" charset="-128"/>
                <a:ea typeface="Noto Sans JP" panose="020B0200000000000000" pitchFamily="50" charset="-128"/>
              </a:rPr>
              <a:t>scope</a:t>
            </a:r>
            <a:r>
              <a:rPr kumimoji="1" lang="ja-JP" altLang="en-US" sz="2000" b="1" dirty="0">
                <a:solidFill>
                  <a:srgbClr val="FF0000"/>
                </a:solidFill>
                <a:latin typeface="Noto Sans JP" panose="020B0200000000000000" pitchFamily="50" charset="-128"/>
                <a:ea typeface="Noto Sans JP" panose="020B0200000000000000" pitchFamily="50" charset="-128"/>
              </a:rPr>
              <a:t>関数内の </a:t>
            </a:r>
            <a:r>
              <a:rPr kumimoji="1" lang="en-US" altLang="ja-JP" sz="2000" b="1" dirty="0">
                <a:solidFill>
                  <a:srgbClr val="FF0000"/>
                </a:solidFill>
                <a:latin typeface="Noto Sans JP" panose="020B0200000000000000" pitchFamily="50" charset="-128"/>
                <a:ea typeface="Noto Sans JP" panose="020B0200000000000000" pitchFamily="50" charset="-128"/>
              </a:rPr>
              <a:t>loc</a:t>
            </a:r>
            <a:r>
              <a:rPr kumimoji="1" lang="ja-JP" altLang="en-US" sz="2000" b="1" dirty="0">
                <a:solidFill>
                  <a:srgbClr val="FF0000"/>
                </a:solidFill>
                <a:latin typeface="Noto Sans JP" panose="020B0200000000000000" pitchFamily="50" charset="-128"/>
                <a:ea typeface="Noto Sans JP" panose="020B0200000000000000" pitchFamily="50" charset="-128"/>
              </a:rPr>
              <a:t>（</a:t>
            </a:r>
            <a:r>
              <a:rPr kumimoji="1" lang="en-US" altLang="ja-JP" sz="2000" b="1" dirty="0">
                <a:solidFill>
                  <a:srgbClr val="FF0000"/>
                </a:solidFill>
                <a:latin typeface="Noto Sans JP" panose="020B0200000000000000" pitchFamily="50" charset="-128"/>
                <a:ea typeface="Noto Sans JP" panose="020B0200000000000000" pitchFamily="50" charset="-128"/>
              </a:rPr>
              <a:t>"nonlocal"</a:t>
            </a:r>
            <a:r>
              <a:rPr kumimoji="1" lang="ja-JP" altLang="en-US" sz="2000" b="1" dirty="0">
                <a:solidFill>
                  <a:srgbClr val="FF0000"/>
                </a:solidFill>
                <a:latin typeface="Noto Sans JP" panose="020B0200000000000000" pitchFamily="50" charset="-128"/>
                <a:ea typeface="Noto Sans JP" panose="020B0200000000000000" pitchFamily="50" charset="-128"/>
              </a:rPr>
              <a:t>）を見る。</a:t>
            </a:r>
          </a:p>
          <a:p>
            <a:r>
              <a:rPr kumimoji="1" lang="ja-JP" altLang="en-US" sz="2000" b="1" dirty="0">
                <a:solidFill>
                  <a:srgbClr val="FF0000"/>
                </a:solidFill>
                <a:latin typeface="Noto Sans JP" panose="020B0200000000000000" pitchFamily="50" charset="-128"/>
                <a:ea typeface="Noto Sans JP" panose="020B0200000000000000" pitchFamily="50" charset="-128"/>
              </a:rPr>
              <a:t>→ </a:t>
            </a:r>
            <a:r>
              <a:rPr kumimoji="1" lang="en-US" altLang="ja-JP" sz="2000" b="1" dirty="0">
                <a:solidFill>
                  <a:srgbClr val="FF0000"/>
                </a:solidFill>
                <a:latin typeface="Noto Sans JP" panose="020B0200000000000000" pitchFamily="50" charset="-128"/>
                <a:ea typeface="Noto Sans JP" panose="020B0200000000000000" pitchFamily="50" charset="-128"/>
              </a:rPr>
              <a:t>print("C:", loc) → C: nonlocal</a:t>
            </a:r>
            <a:endParaRPr kumimoji="1" lang="ja-JP" altLang="en-US" sz="2000" b="1" dirty="0">
              <a:solidFill>
                <a:srgbClr val="FF0000"/>
              </a:solidFill>
              <a:latin typeface="Noto Sans JP" panose="020B0200000000000000" pitchFamily="50" charset="-128"/>
              <a:ea typeface="Noto Sans JP" panose="020B0200000000000000" pitchFamily="50" charset="-128"/>
            </a:endParaRPr>
          </a:p>
        </p:txBody>
      </p:sp>
      <p:cxnSp>
        <p:nvCxnSpPr>
          <p:cNvPr id="22" name="直線コネクタ 21">
            <a:extLst>
              <a:ext uri="{FF2B5EF4-FFF2-40B4-BE49-F238E27FC236}">
                <a16:creationId xmlns:a16="http://schemas.microsoft.com/office/drawing/2014/main" id="{16771BD8-F63B-83FA-4BD0-8DFBDFAED96B}"/>
              </a:ext>
            </a:extLst>
          </p:cNvPr>
          <p:cNvCxnSpPr>
            <a:cxnSpLocks/>
          </p:cNvCxnSpPr>
          <p:nvPr/>
        </p:nvCxnSpPr>
        <p:spPr>
          <a:xfrm>
            <a:off x="739585" y="9110061"/>
            <a:ext cx="1429131" cy="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テキスト ボックス 22">
            <a:extLst>
              <a:ext uri="{FF2B5EF4-FFF2-40B4-BE49-F238E27FC236}">
                <a16:creationId xmlns:a16="http://schemas.microsoft.com/office/drawing/2014/main" id="{88355063-2326-F20C-E91D-5C47D494CD68}"/>
              </a:ext>
            </a:extLst>
          </p:cNvPr>
          <p:cNvSpPr txBox="1"/>
          <p:nvPr/>
        </p:nvSpPr>
        <p:spPr>
          <a:xfrm>
            <a:off x="2230755" y="8749324"/>
            <a:ext cx="6795450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2000" b="1" dirty="0">
                <a:solidFill>
                  <a:srgbClr val="FF0000"/>
                </a:solidFill>
                <a:latin typeface="Noto Sans JP" panose="020B0200000000000000" pitchFamily="50" charset="-128"/>
                <a:ea typeface="Noto Sans JP" panose="020B0200000000000000" pitchFamily="50" charset="-128"/>
              </a:rPr>
              <a:t>⑫これは関数外なのでグローバル変数 </a:t>
            </a:r>
            <a:r>
              <a:rPr kumimoji="1" lang="en-US" altLang="ja-JP" sz="2000" b="1" dirty="0">
                <a:solidFill>
                  <a:srgbClr val="FF0000"/>
                </a:solidFill>
                <a:latin typeface="Noto Sans JP" panose="020B0200000000000000" pitchFamily="50" charset="-128"/>
                <a:ea typeface="Noto Sans JP" panose="020B0200000000000000" pitchFamily="50" charset="-128"/>
              </a:rPr>
              <a:t>loc </a:t>
            </a:r>
            <a:r>
              <a:rPr kumimoji="1" lang="ja-JP" altLang="en-US" sz="2000" b="1" dirty="0">
                <a:solidFill>
                  <a:srgbClr val="FF0000"/>
                </a:solidFill>
                <a:latin typeface="Noto Sans JP" panose="020B0200000000000000" pitchFamily="50" charset="-128"/>
                <a:ea typeface="Noto Sans JP" panose="020B0200000000000000" pitchFamily="50" charset="-128"/>
              </a:rPr>
              <a:t>を参照。</a:t>
            </a:r>
          </a:p>
          <a:p>
            <a:r>
              <a:rPr kumimoji="1" lang="ja-JP" altLang="en-US" sz="2000" b="1" dirty="0">
                <a:solidFill>
                  <a:srgbClr val="FF0000"/>
                </a:solidFill>
                <a:latin typeface="Noto Sans JP" panose="020B0200000000000000" pitchFamily="50" charset="-128"/>
                <a:ea typeface="Noto Sans JP" panose="020B0200000000000000" pitchFamily="50" charset="-128"/>
              </a:rPr>
              <a:t>先ほど </a:t>
            </a:r>
            <a:r>
              <a:rPr kumimoji="1" lang="en-US" altLang="ja-JP" sz="2000" b="1" dirty="0" err="1">
                <a:solidFill>
                  <a:srgbClr val="FF0000"/>
                </a:solidFill>
                <a:latin typeface="Noto Sans JP" panose="020B0200000000000000" pitchFamily="50" charset="-128"/>
                <a:ea typeface="Noto Sans JP" panose="020B0200000000000000" pitchFamily="50" charset="-128"/>
              </a:rPr>
              <a:t>do_global</a:t>
            </a:r>
            <a:r>
              <a:rPr kumimoji="1" lang="en-US" altLang="ja-JP" sz="2000" b="1" dirty="0">
                <a:solidFill>
                  <a:srgbClr val="FF0000"/>
                </a:solidFill>
                <a:latin typeface="Noto Sans JP" panose="020B0200000000000000" pitchFamily="50" charset="-128"/>
                <a:ea typeface="Noto Sans JP" panose="020B0200000000000000" pitchFamily="50" charset="-128"/>
              </a:rPr>
              <a:t>() </a:t>
            </a:r>
            <a:r>
              <a:rPr kumimoji="1" lang="ja-JP" altLang="en-US" sz="2000" b="1" dirty="0">
                <a:solidFill>
                  <a:srgbClr val="FF0000"/>
                </a:solidFill>
                <a:latin typeface="Noto Sans JP" panose="020B0200000000000000" pitchFamily="50" charset="-128"/>
                <a:ea typeface="Noto Sans JP" panose="020B0200000000000000" pitchFamily="50" charset="-128"/>
              </a:rPr>
              <a:t>で </a:t>
            </a:r>
            <a:r>
              <a:rPr kumimoji="1" lang="en-US" altLang="ja-JP" sz="2000" b="1" dirty="0">
                <a:solidFill>
                  <a:srgbClr val="FF0000"/>
                </a:solidFill>
                <a:latin typeface="Noto Sans JP" panose="020B0200000000000000" pitchFamily="50" charset="-128"/>
                <a:ea typeface="Noto Sans JP" panose="020B0200000000000000" pitchFamily="50" charset="-128"/>
              </a:rPr>
              <a:t>"global" </a:t>
            </a:r>
            <a:r>
              <a:rPr kumimoji="1" lang="ja-JP" altLang="en-US" sz="2000" b="1" dirty="0">
                <a:solidFill>
                  <a:srgbClr val="FF0000"/>
                </a:solidFill>
                <a:latin typeface="Noto Sans JP" panose="020B0200000000000000" pitchFamily="50" charset="-128"/>
                <a:ea typeface="Noto Sans JP" panose="020B0200000000000000" pitchFamily="50" charset="-128"/>
              </a:rPr>
              <a:t>に設定された値が出る。</a:t>
            </a:r>
          </a:p>
          <a:p>
            <a:r>
              <a:rPr kumimoji="1" lang="ja-JP" altLang="en-US" sz="2000" b="1" dirty="0">
                <a:solidFill>
                  <a:srgbClr val="FF0000"/>
                </a:solidFill>
                <a:latin typeface="Noto Sans JP" panose="020B0200000000000000" pitchFamily="50" charset="-128"/>
                <a:ea typeface="Noto Sans JP" panose="020B0200000000000000" pitchFamily="50" charset="-128"/>
              </a:rPr>
              <a:t>→ </a:t>
            </a:r>
            <a:r>
              <a:rPr kumimoji="1" lang="en-US" altLang="ja-JP" sz="2000" b="1" dirty="0">
                <a:solidFill>
                  <a:srgbClr val="FF0000"/>
                </a:solidFill>
                <a:latin typeface="Noto Sans JP" panose="020B0200000000000000" pitchFamily="50" charset="-128"/>
                <a:ea typeface="Noto Sans JP" panose="020B0200000000000000" pitchFamily="50" charset="-128"/>
              </a:rPr>
              <a:t>D: global</a:t>
            </a:r>
            <a:endParaRPr kumimoji="1" lang="ja-JP" altLang="en-US" sz="2000" b="1" dirty="0">
              <a:solidFill>
                <a:srgbClr val="FF0000"/>
              </a:solidFill>
              <a:latin typeface="Noto Sans JP" panose="020B0200000000000000" pitchFamily="50" charset="-128"/>
              <a:ea typeface="Noto Sans JP" panose="020B0200000000000000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323484293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9" grpId="0"/>
      <p:bldP spid="17" grpId="0"/>
      <p:bldP spid="23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A228E00-AD5B-B686-222D-CE2129B45B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タイトル 7">
            <a:extLst>
              <a:ext uri="{FF2B5EF4-FFF2-40B4-BE49-F238E27FC236}">
                <a16:creationId xmlns:a16="http://schemas.microsoft.com/office/drawing/2014/main" id="{4CDF1076-3C3B-5333-E84F-74FBEFE594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2775" y="348253"/>
            <a:ext cx="17646914" cy="770016"/>
          </a:xfrm>
        </p:spPr>
        <p:txBody>
          <a:bodyPr/>
          <a:lstStyle/>
          <a:p>
            <a:r>
              <a:rPr lang="en-US" altLang="ja-JP" dirty="0">
                <a:solidFill>
                  <a:schemeClr val="bg1"/>
                </a:solidFill>
                <a:latin typeface="Noto Sans JP" panose="020B0200000000000000" pitchFamily="50" charset="-128"/>
                <a:ea typeface="Noto Sans JP" panose="020B0200000000000000" pitchFamily="50" charset="-128"/>
              </a:rPr>
              <a:t>【</a:t>
            </a:r>
            <a:r>
              <a:rPr lang="ja-JP" altLang="en-US" dirty="0">
                <a:solidFill>
                  <a:schemeClr val="bg1"/>
                </a:solidFill>
                <a:latin typeface="Noto Sans JP" panose="020B0200000000000000" pitchFamily="50" charset="-128"/>
                <a:ea typeface="Noto Sans JP" panose="020B0200000000000000" pitchFamily="50" charset="-128"/>
              </a:rPr>
              <a:t>補足</a:t>
            </a:r>
            <a:r>
              <a:rPr lang="en-US" altLang="ja-JP" dirty="0">
                <a:solidFill>
                  <a:schemeClr val="bg1"/>
                </a:solidFill>
                <a:latin typeface="Noto Sans JP" panose="020B0200000000000000" pitchFamily="50" charset="-128"/>
                <a:ea typeface="Noto Sans JP" panose="020B0200000000000000" pitchFamily="50" charset="-128"/>
              </a:rPr>
              <a:t>】global</a:t>
            </a:r>
            <a:r>
              <a:rPr lang="ja-JP" altLang="en-US" dirty="0">
                <a:solidFill>
                  <a:schemeClr val="bg1"/>
                </a:solidFill>
                <a:latin typeface="Noto Sans JP" panose="020B0200000000000000" pitchFamily="50" charset="-128"/>
                <a:ea typeface="Noto Sans JP" panose="020B0200000000000000" pitchFamily="50" charset="-128"/>
              </a:rPr>
              <a:t>と</a:t>
            </a:r>
            <a:r>
              <a:rPr lang="en-US" altLang="ja-JP" dirty="0">
                <a:solidFill>
                  <a:schemeClr val="bg1"/>
                </a:solidFill>
                <a:latin typeface="Noto Sans JP" panose="020B0200000000000000" pitchFamily="50" charset="-128"/>
                <a:ea typeface="Noto Sans JP" panose="020B0200000000000000" pitchFamily="50" charset="-128"/>
              </a:rPr>
              <a:t>nonlocal</a:t>
            </a:r>
            <a:r>
              <a:rPr lang="ja-JP" altLang="en-US" dirty="0">
                <a:solidFill>
                  <a:schemeClr val="bg1"/>
                </a:solidFill>
                <a:latin typeface="Noto Sans JP" panose="020B0200000000000000" pitchFamily="50" charset="-128"/>
                <a:ea typeface="Noto Sans JP" panose="020B0200000000000000" pitchFamily="50" charset="-128"/>
              </a:rPr>
              <a:t>の役割</a:t>
            </a:r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BFB20F28-3A07-1FB5-2928-E9171860BB44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altLang="ja-JP" sz="2400" dirty="0">
                <a:latin typeface="Noto Sans JP" panose="020B0200000000000000" pitchFamily="50" charset="-128"/>
                <a:ea typeface="Noto Sans JP" panose="020B0200000000000000" pitchFamily="50" charset="-128"/>
              </a:rPr>
              <a:t>Prime Study </a:t>
            </a:r>
            <a:r>
              <a:rPr lang="ja-JP" altLang="en-US" sz="2400" dirty="0">
                <a:latin typeface="Noto Sans JP" panose="020B0200000000000000" pitchFamily="50" charset="-128"/>
                <a:ea typeface="Noto Sans JP" panose="020B0200000000000000" pitchFamily="50" charset="-128"/>
              </a:rPr>
              <a:t>第</a:t>
            </a:r>
            <a:r>
              <a:rPr lang="en-US" altLang="ja-JP" sz="2400" dirty="0">
                <a:latin typeface="Noto Sans JP" panose="020B0200000000000000" pitchFamily="50" charset="-128"/>
                <a:ea typeface="Noto Sans JP" panose="020B0200000000000000" pitchFamily="50" charset="-128"/>
              </a:rPr>
              <a:t>2</a:t>
            </a:r>
            <a:r>
              <a:rPr lang="ja-JP" altLang="en-US" sz="2400" dirty="0">
                <a:latin typeface="Noto Sans JP" panose="020B0200000000000000" pitchFamily="50" charset="-128"/>
                <a:ea typeface="Noto Sans JP" panose="020B0200000000000000" pitchFamily="50" charset="-128"/>
              </a:rPr>
              <a:t>回</a:t>
            </a:r>
            <a:endParaRPr lang="en-US" altLang="ja-JP" sz="2400" dirty="0">
              <a:latin typeface="Noto Sans JP" panose="020B0200000000000000" pitchFamily="50" charset="-128"/>
              <a:ea typeface="Noto Sans JP" panose="020B0200000000000000" pitchFamily="50" charset="-128"/>
            </a:endParaRPr>
          </a:p>
        </p:txBody>
      </p:sp>
      <p:sp>
        <p:nvSpPr>
          <p:cNvPr id="11" name="テキスト ボックス 10">
            <a:extLst>
              <a:ext uri="{FF2B5EF4-FFF2-40B4-BE49-F238E27FC236}">
                <a16:creationId xmlns:a16="http://schemas.microsoft.com/office/drawing/2014/main" id="{551F2ADC-A5A7-7951-B2D6-5C75823E2C10}"/>
              </a:ext>
            </a:extLst>
          </p:cNvPr>
          <p:cNvSpPr txBox="1"/>
          <p:nvPr/>
        </p:nvSpPr>
        <p:spPr>
          <a:xfrm>
            <a:off x="522775" y="1505702"/>
            <a:ext cx="3297698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40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Noto Sans JP" panose="020B0200000000000000" pitchFamily="50" charset="-128"/>
                <a:ea typeface="Noto Sans JP" panose="020B0200000000000000" pitchFamily="50" charset="-128"/>
              </a:rPr>
              <a:t>global</a:t>
            </a:r>
            <a:r>
              <a:rPr kumimoji="1" lang="ja-JP" altLang="en-US" sz="40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Noto Sans JP" panose="020B0200000000000000" pitchFamily="50" charset="-128"/>
                <a:ea typeface="Noto Sans JP" panose="020B0200000000000000" pitchFamily="50" charset="-128"/>
              </a:rPr>
              <a:t>の役割</a:t>
            </a:r>
          </a:p>
        </p:txBody>
      </p:sp>
      <p:cxnSp>
        <p:nvCxnSpPr>
          <p:cNvPr id="15" name="直線コネクタ 14">
            <a:extLst>
              <a:ext uri="{FF2B5EF4-FFF2-40B4-BE49-F238E27FC236}">
                <a16:creationId xmlns:a16="http://schemas.microsoft.com/office/drawing/2014/main" id="{B3076193-6FF2-1F31-19A0-77FB79613795}"/>
              </a:ext>
            </a:extLst>
          </p:cNvPr>
          <p:cNvCxnSpPr>
            <a:cxnSpLocks/>
          </p:cNvCxnSpPr>
          <p:nvPr/>
        </p:nvCxnSpPr>
        <p:spPr>
          <a:xfrm>
            <a:off x="9144000" y="1689100"/>
            <a:ext cx="0" cy="763270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テキスト ボックス 17">
            <a:extLst>
              <a:ext uri="{FF2B5EF4-FFF2-40B4-BE49-F238E27FC236}">
                <a16:creationId xmlns:a16="http://schemas.microsoft.com/office/drawing/2014/main" id="{1501AE0F-D966-4CB6-7044-07AFC2275884}"/>
              </a:ext>
            </a:extLst>
          </p:cNvPr>
          <p:cNvSpPr txBox="1"/>
          <p:nvPr/>
        </p:nvSpPr>
        <p:spPr>
          <a:xfrm>
            <a:off x="9683233" y="1505702"/>
            <a:ext cx="3910045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40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Noto Sans JP" panose="020B0200000000000000" pitchFamily="50" charset="-128"/>
                <a:ea typeface="Noto Sans JP" panose="020B0200000000000000" pitchFamily="50" charset="-128"/>
              </a:rPr>
              <a:t>nonlocal</a:t>
            </a:r>
            <a:r>
              <a:rPr kumimoji="1" lang="ja-JP" altLang="en-US" sz="40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Noto Sans JP" panose="020B0200000000000000" pitchFamily="50" charset="-128"/>
                <a:ea typeface="Noto Sans JP" panose="020B0200000000000000" pitchFamily="50" charset="-128"/>
              </a:rPr>
              <a:t>の役割</a:t>
            </a:r>
          </a:p>
        </p:txBody>
      </p:sp>
      <p:sp>
        <p:nvSpPr>
          <p:cNvPr id="19" name="正方形/長方形 18">
            <a:extLst>
              <a:ext uri="{FF2B5EF4-FFF2-40B4-BE49-F238E27FC236}">
                <a16:creationId xmlns:a16="http://schemas.microsoft.com/office/drawing/2014/main" id="{28D39D61-4469-ECE7-33E4-D3C154B47112}"/>
              </a:ext>
            </a:extLst>
          </p:cNvPr>
          <p:cNvSpPr/>
          <p:nvPr/>
        </p:nvSpPr>
        <p:spPr>
          <a:xfrm>
            <a:off x="522775" y="3959086"/>
            <a:ext cx="8138624" cy="43307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kumimoji="1" lang="en-US" altLang="ja-JP" sz="2800" dirty="0">
                <a:latin typeface="+mn-ea"/>
              </a:rPr>
              <a:t>x = 10  </a:t>
            </a:r>
            <a:r>
              <a:rPr kumimoji="1" lang="en-US" altLang="ja-JP" sz="2800" dirty="0">
                <a:solidFill>
                  <a:srgbClr val="00B050"/>
                </a:solidFill>
                <a:latin typeface="Noto Sans JP" panose="020B0200000000000000" pitchFamily="50" charset="-128"/>
                <a:ea typeface="Noto Sans JP" panose="020B0200000000000000" pitchFamily="50" charset="-128"/>
              </a:rPr>
              <a:t># </a:t>
            </a:r>
            <a:r>
              <a:rPr kumimoji="1" lang="ja-JP" altLang="en-US" sz="2800" dirty="0">
                <a:solidFill>
                  <a:srgbClr val="00B050"/>
                </a:solidFill>
                <a:latin typeface="Noto Sans JP" panose="020B0200000000000000" pitchFamily="50" charset="-128"/>
                <a:ea typeface="Noto Sans JP" panose="020B0200000000000000" pitchFamily="50" charset="-128"/>
              </a:rPr>
              <a:t>グローバル変数</a:t>
            </a:r>
          </a:p>
          <a:p>
            <a:endParaRPr kumimoji="1" lang="ja-JP" altLang="en-US" sz="2800" dirty="0">
              <a:latin typeface="+mn-ea"/>
            </a:endParaRPr>
          </a:p>
          <a:p>
            <a:r>
              <a:rPr kumimoji="1" lang="en-US" altLang="ja-JP" sz="2800" dirty="0">
                <a:latin typeface="+mn-ea"/>
              </a:rPr>
              <a:t>def </a:t>
            </a:r>
            <a:r>
              <a:rPr kumimoji="1" lang="en-US" altLang="ja-JP" sz="2800" dirty="0" err="1">
                <a:latin typeface="+mn-ea"/>
              </a:rPr>
              <a:t>set_global</a:t>
            </a:r>
            <a:r>
              <a:rPr kumimoji="1" lang="en-US" altLang="ja-JP" sz="2800" dirty="0">
                <a:latin typeface="+mn-ea"/>
              </a:rPr>
              <a:t>():</a:t>
            </a:r>
          </a:p>
          <a:p>
            <a:r>
              <a:rPr kumimoji="1" lang="en-US" altLang="ja-JP" sz="2800" dirty="0">
                <a:latin typeface="+mn-ea"/>
              </a:rPr>
              <a:t>    global x</a:t>
            </a:r>
          </a:p>
          <a:p>
            <a:r>
              <a:rPr kumimoji="1" lang="en-US" altLang="ja-JP" sz="2800" dirty="0">
                <a:latin typeface="+mn-ea"/>
              </a:rPr>
              <a:t>    x = 99  </a:t>
            </a:r>
            <a:r>
              <a:rPr kumimoji="1" lang="en-US" altLang="ja-JP" sz="2800" dirty="0">
                <a:solidFill>
                  <a:srgbClr val="00B050"/>
                </a:solidFill>
                <a:latin typeface="Noto Sans JP" panose="020B0200000000000000" pitchFamily="50" charset="-128"/>
                <a:ea typeface="Noto Sans JP" panose="020B0200000000000000" pitchFamily="50" charset="-128"/>
              </a:rPr>
              <a:t># </a:t>
            </a:r>
            <a:r>
              <a:rPr kumimoji="1" lang="ja-JP" altLang="en-US" sz="2800" dirty="0">
                <a:solidFill>
                  <a:srgbClr val="00B050"/>
                </a:solidFill>
                <a:latin typeface="Noto Sans JP" panose="020B0200000000000000" pitchFamily="50" charset="-128"/>
                <a:ea typeface="Noto Sans JP" panose="020B0200000000000000" pitchFamily="50" charset="-128"/>
              </a:rPr>
              <a:t>グローバル変数 </a:t>
            </a:r>
            <a:r>
              <a:rPr kumimoji="1" lang="en-US" altLang="ja-JP" sz="2800" dirty="0">
                <a:solidFill>
                  <a:srgbClr val="00B050"/>
                </a:solidFill>
                <a:latin typeface="Noto Sans JP" panose="020B0200000000000000" pitchFamily="50" charset="-128"/>
                <a:ea typeface="Noto Sans JP" panose="020B0200000000000000" pitchFamily="50" charset="-128"/>
              </a:rPr>
              <a:t>x </a:t>
            </a:r>
            <a:r>
              <a:rPr kumimoji="1" lang="ja-JP" altLang="en-US" sz="2800" dirty="0">
                <a:solidFill>
                  <a:srgbClr val="00B050"/>
                </a:solidFill>
                <a:latin typeface="Noto Sans JP" panose="020B0200000000000000" pitchFamily="50" charset="-128"/>
                <a:ea typeface="Noto Sans JP" panose="020B0200000000000000" pitchFamily="50" charset="-128"/>
              </a:rPr>
              <a:t>を変更</a:t>
            </a:r>
          </a:p>
          <a:p>
            <a:endParaRPr kumimoji="1" lang="ja-JP" altLang="en-US" sz="2800" dirty="0">
              <a:latin typeface="+mn-ea"/>
            </a:endParaRPr>
          </a:p>
          <a:p>
            <a:r>
              <a:rPr kumimoji="1" lang="en-US" altLang="ja-JP" sz="2800" dirty="0" err="1">
                <a:latin typeface="+mn-ea"/>
              </a:rPr>
              <a:t>set_global</a:t>
            </a:r>
            <a:r>
              <a:rPr kumimoji="1" lang="en-US" altLang="ja-JP" sz="2800" dirty="0">
                <a:latin typeface="+mn-ea"/>
              </a:rPr>
              <a:t>()</a:t>
            </a:r>
          </a:p>
          <a:p>
            <a:r>
              <a:rPr kumimoji="1" lang="en-US" altLang="ja-JP" sz="2800" dirty="0">
                <a:latin typeface="+mn-ea"/>
              </a:rPr>
              <a:t>print(x)  </a:t>
            </a:r>
            <a:r>
              <a:rPr kumimoji="1" lang="en-US" altLang="ja-JP" sz="2800" dirty="0">
                <a:solidFill>
                  <a:srgbClr val="00B050"/>
                </a:solidFill>
                <a:latin typeface="Noto Sans JP" panose="020B0200000000000000" pitchFamily="50" charset="-128"/>
                <a:ea typeface="Noto Sans JP" panose="020B0200000000000000" pitchFamily="50" charset="-128"/>
              </a:rPr>
              <a:t># 99</a:t>
            </a:r>
          </a:p>
          <a:p>
            <a:endParaRPr kumimoji="1" lang="ja-JP" altLang="en-US" sz="2800" dirty="0">
              <a:latin typeface="+mn-ea"/>
            </a:endParaRPr>
          </a:p>
        </p:txBody>
      </p:sp>
      <p:sp>
        <p:nvSpPr>
          <p:cNvPr id="20" name="テキスト ボックス 19">
            <a:extLst>
              <a:ext uri="{FF2B5EF4-FFF2-40B4-BE49-F238E27FC236}">
                <a16:creationId xmlns:a16="http://schemas.microsoft.com/office/drawing/2014/main" id="{133993A9-86C0-3608-D7D6-B53D812D6D5C}"/>
              </a:ext>
            </a:extLst>
          </p:cNvPr>
          <p:cNvSpPr txBox="1"/>
          <p:nvPr/>
        </p:nvSpPr>
        <p:spPr>
          <a:xfrm>
            <a:off x="522775" y="8597900"/>
            <a:ext cx="8138624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dirty="0">
                <a:solidFill>
                  <a:schemeClr val="tx1">
                    <a:lumMod val="85000"/>
                    <a:lumOff val="15000"/>
                  </a:schemeClr>
                </a:solidFill>
                <a:latin typeface="Noto Sans JP" panose="020B0200000000000000" pitchFamily="50" charset="-128"/>
                <a:ea typeface="Noto Sans JP" panose="020B0200000000000000" pitchFamily="50" charset="-128"/>
              </a:rPr>
              <a:t>グローバル変数を変更するには 必ず </a:t>
            </a:r>
            <a:r>
              <a:rPr kumimoji="1" lang="en-US" altLang="ja-JP" dirty="0">
                <a:solidFill>
                  <a:schemeClr val="tx1">
                    <a:lumMod val="85000"/>
                    <a:lumOff val="15000"/>
                  </a:schemeClr>
                </a:solidFill>
                <a:latin typeface="Noto Sans JP" panose="020B0200000000000000" pitchFamily="50" charset="-128"/>
                <a:ea typeface="Noto Sans JP" panose="020B0200000000000000" pitchFamily="50" charset="-128"/>
              </a:rPr>
              <a:t>global </a:t>
            </a:r>
            <a:r>
              <a:rPr kumimoji="1" lang="ja-JP" altLang="en-US" dirty="0">
                <a:solidFill>
                  <a:schemeClr val="tx1">
                    <a:lumMod val="85000"/>
                    <a:lumOff val="15000"/>
                  </a:schemeClr>
                </a:solidFill>
                <a:latin typeface="Noto Sans JP" panose="020B0200000000000000" pitchFamily="50" charset="-128"/>
                <a:ea typeface="Noto Sans JP" panose="020B0200000000000000" pitchFamily="50" charset="-128"/>
              </a:rPr>
              <a:t>宣言が必要（参照だけなら不要）</a:t>
            </a:r>
          </a:p>
        </p:txBody>
      </p:sp>
      <p:sp>
        <p:nvSpPr>
          <p:cNvPr id="21" name="正方形/長方形 20">
            <a:extLst>
              <a:ext uri="{FF2B5EF4-FFF2-40B4-BE49-F238E27FC236}">
                <a16:creationId xmlns:a16="http://schemas.microsoft.com/office/drawing/2014/main" id="{CDF0FBF6-8DE1-DFA2-4885-B60E2814DCEA}"/>
              </a:ext>
            </a:extLst>
          </p:cNvPr>
          <p:cNvSpPr/>
          <p:nvPr/>
        </p:nvSpPr>
        <p:spPr>
          <a:xfrm>
            <a:off x="9683233" y="3959086"/>
            <a:ext cx="8138624" cy="43307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kumimoji="1" lang="en-US" altLang="ja-JP" sz="2400" dirty="0">
                <a:latin typeface="+mn-ea"/>
              </a:rPr>
              <a:t>def outer():</a:t>
            </a:r>
          </a:p>
          <a:p>
            <a:r>
              <a:rPr kumimoji="1" lang="en-US" altLang="ja-JP" sz="2400" dirty="0">
                <a:latin typeface="+mn-ea"/>
              </a:rPr>
              <a:t>    y = 10  </a:t>
            </a:r>
            <a:r>
              <a:rPr kumimoji="1" lang="en-US" altLang="ja-JP" sz="2400" dirty="0">
                <a:solidFill>
                  <a:srgbClr val="00B050"/>
                </a:solidFill>
                <a:latin typeface="Noto Sans JP" panose="020B0200000000000000" pitchFamily="50" charset="-128"/>
                <a:ea typeface="Noto Sans JP" panose="020B0200000000000000" pitchFamily="50" charset="-128"/>
              </a:rPr>
              <a:t># </a:t>
            </a:r>
            <a:r>
              <a:rPr kumimoji="1" lang="ja-JP" altLang="en-US" sz="2400" dirty="0">
                <a:solidFill>
                  <a:srgbClr val="00B050"/>
                </a:solidFill>
                <a:latin typeface="Noto Sans JP" panose="020B0200000000000000" pitchFamily="50" charset="-128"/>
                <a:ea typeface="Noto Sans JP" panose="020B0200000000000000" pitchFamily="50" charset="-128"/>
              </a:rPr>
              <a:t>外側関数のローカル変数</a:t>
            </a:r>
          </a:p>
          <a:p>
            <a:endParaRPr kumimoji="1" lang="ja-JP" altLang="en-US" sz="2400" dirty="0">
              <a:latin typeface="+mn-ea"/>
            </a:endParaRPr>
          </a:p>
          <a:p>
            <a:r>
              <a:rPr kumimoji="1" lang="ja-JP" altLang="en-US" sz="2400" dirty="0">
                <a:latin typeface="+mn-ea"/>
              </a:rPr>
              <a:t>    </a:t>
            </a:r>
            <a:r>
              <a:rPr kumimoji="1" lang="en-US" altLang="ja-JP" sz="2400" dirty="0">
                <a:latin typeface="+mn-ea"/>
              </a:rPr>
              <a:t>def inner():</a:t>
            </a:r>
          </a:p>
          <a:p>
            <a:r>
              <a:rPr kumimoji="1" lang="en-US" altLang="ja-JP" sz="2400" dirty="0">
                <a:latin typeface="+mn-ea"/>
              </a:rPr>
              <a:t>        nonlocal y</a:t>
            </a:r>
          </a:p>
          <a:p>
            <a:r>
              <a:rPr kumimoji="1" lang="en-US" altLang="ja-JP" sz="2400" dirty="0">
                <a:latin typeface="+mn-ea"/>
              </a:rPr>
              <a:t>        y = 99  </a:t>
            </a:r>
            <a:r>
              <a:rPr kumimoji="1" lang="en-US" altLang="ja-JP" sz="2400" dirty="0">
                <a:solidFill>
                  <a:srgbClr val="00B050"/>
                </a:solidFill>
                <a:latin typeface="Noto Sans JP" panose="020B0200000000000000" pitchFamily="50" charset="-128"/>
                <a:ea typeface="Noto Sans JP" panose="020B0200000000000000" pitchFamily="50" charset="-128"/>
              </a:rPr>
              <a:t># outer() </a:t>
            </a:r>
            <a:r>
              <a:rPr kumimoji="1" lang="ja-JP" altLang="en-US" sz="2400" dirty="0">
                <a:solidFill>
                  <a:srgbClr val="00B050"/>
                </a:solidFill>
                <a:latin typeface="Noto Sans JP" panose="020B0200000000000000" pitchFamily="50" charset="-128"/>
                <a:ea typeface="Noto Sans JP" panose="020B0200000000000000" pitchFamily="50" charset="-128"/>
              </a:rPr>
              <a:t>の </a:t>
            </a:r>
            <a:r>
              <a:rPr kumimoji="1" lang="en-US" altLang="ja-JP" sz="2400" dirty="0">
                <a:solidFill>
                  <a:srgbClr val="00B050"/>
                </a:solidFill>
                <a:latin typeface="Noto Sans JP" panose="020B0200000000000000" pitchFamily="50" charset="-128"/>
                <a:ea typeface="Noto Sans JP" panose="020B0200000000000000" pitchFamily="50" charset="-128"/>
              </a:rPr>
              <a:t>y </a:t>
            </a:r>
            <a:r>
              <a:rPr kumimoji="1" lang="ja-JP" altLang="en-US" sz="2400" dirty="0">
                <a:solidFill>
                  <a:srgbClr val="00B050"/>
                </a:solidFill>
                <a:latin typeface="Noto Sans JP" panose="020B0200000000000000" pitchFamily="50" charset="-128"/>
                <a:ea typeface="Noto Sans JP" panose="020B0200000000000000" pitchFamily="50" charset="-128"/>
              </a:rPr>
              <a:t>を変更</a:t>
            </a:r>
          </a:p>
          <a:p>
            <a:endParaRPr kumimoji="1" lang="ja-JP" altLang="en-US" sz="2400" dirty="0">
              <a:latin typeface="+mn-ea"/>
            </a:endParaRPr>
          </a:p>
          <a:p>
            <a:r>
              <a:rPr kumimoji="1" lang="ja-JP" altLang="en-US" sz="2400" dirty="0">
                <a:latin typeface="+mn-ea"/>
              </a:rPr>
              <a:t>    </a:t>
            </a:r>
            <a:r>
              <a:rPr kumimoji="1" lang="en-US" altLang="ja-JP" sz="2400" dirty="0">
                <a:latin typeface="+mn-ea"/>
              </a:rPr>
              <a:t>inner()</a:t>
            </a:r>
          </a:p>
          <a:p>
            <a:r>
              <a:rPr kumimoji="1" lang="en-US" altLang="ja-JP" sz="2400" dirty="0">
                <a:latin typeface="+mn-ea"/>
              </a:rPr>
              <a:t>    print(y)  </a:t>
            </a:r>
            <a:r>
              <a:rPr kumimoji="1" lang="en-US" altLang="ja-JP" sz="2400" dirty="0">
                <a:solidFill>
                  <a:srgbClr val="00B050"/>
                </a:solidFill>
                <a:latin typeface="Noto Sans JP" panose="020B0200000000000000" pitchFamily="50" charset="-128"/>
                <a:ea typeface="Noto Sans JP" panose="020B0200000000000000" pitchFamily="50" charset="-128"/>
              </a:rPr>
              <a:t># 99</a:t>
            </a:r>
          </a:p>
          <a:p>
            <a:endParaRPr kumimoji="1" lang="en-US" altLang="ja-JP" sz="2400" dirty="0">
              <a:latin typeface="+mn-ea"/>
            </a:endParaRPr>
          </a:p>
          <a:p>
            <a:r>
              <a:rPr kumimoji="1" lang="en-US" altLang="ja-JP" sz="2400" dirty="0">
                <a:latin typeface="+mn-ea"/>
              </a:rPr>
              <a:t>outer()</a:t>
            </a:r>
          </a:p>
        </p:txBody>
      </p:sp>
      <p:sp>
        <p:nvSpPr>
          <p:cNvPr id="24" name="テキスト ボックス 23">
            <a:extLst>
              <a:ext uri="{FF2B5EF4-FFF2-40B4-BE49-F238E27FC236}">
                <a16:creationId xmlns:a16="http://schemas.microsoft.com/office/drawing/2014/main" id="{A925FA16-9BAE-61D6-1750-D2BD7C5EDA8E}"/>
              </a:ext>
            </a:extLst>
          </p:cNvPr>
          <p:cNvSpPr txBox="1"/>
          <p:nvPr/>
        </p:nvSpPr>
        <p:spPr>
          <a:xfrm>
            <a:off x="9683233" y="8422155"/>
            <a:ext cx="8138624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sz="2400" dirty="0">
                <a:solidFill>
                  <a:schemeClr val="tx1">
                    <a:lumMod val="85000"/>
                    <a:lumOff val="15000"/>
                  </a:schemeClr>
                </a:solidFill>
                <a:latin typeface="Noto Sans JP" panose="020B0200000000000000" pitchFamily="50" charset="-128"/>
                <a:ea typeface="Noto Sans JP" panose="020B0200000000000000" pitchFamily="50" charset="-128"/>
              </a:rPr>
              <a:t>nonlocal </a:t>
            </a:r>
            <a:r>
              <a:rPr kumimoji="1" lang="ja-JP" altLang="en-US" sz="2400" dirty="0">
                <a:solidFill>
                  <a:schemeClr val="tx1">
                    <a:lumMod val="85000"/>
                    <a:lumOff val="15000"/>
                  </a:schemeClr>
                </a:solidFill>
                <a:latin typeface="Noto Sans JP" panose="020B0200000000000000" pitchFamily="50" charset="-128"/>
                <a:ea typeface="Noto Sans JP" panose="020B0200000000000000" pitchFamily="50" charset="-128"/>
              </a:rPr>
              <a:t>は </a:t>
            </a:r>
            <a:r>
              <a:rPr kumimoji="1" lang="en-US" altLang="ja-JP" sz="2400" dirty="0">
                <a:solidFill>
                  <a:schemeClr val="tx1">
                    <a:lumMod val="85000"/>
                    <a:lumOff val="15000"/>
                  </a:schemeClr>
                </a:solidFill>
                <a:latin typeface="Noto Sans JP" panose="020B0200000000000000" pitchFamily="50" charset="-128"/>
                <a:ea typeface="Noto Sans JP" panose="020B0200000000000000" pitchFamily="50" charset="-128"/>
              </a:rPr>
              <a:t>global </a:t>
            </a:r>
            <a:r>
              <a:rPr kumimoji="1" lang="ja-JP" altLang="en-US" sz="2400" dirty="0">
                <a:solidFill>
                  <a:schemeClr val="tx1">
                    <a:lumMod val="85000"/>
                    <a:lumOff val="15000"/>
                  </a:schemeClr>
                </a:solidFill>
                <a:latin typeface="Noto Sans JP" panose="020B0200000000000000" pitchFamily="50" charset="-128"/>
                <a:ea typeface="Noto Sans JP" panose="020B0200000000000000" pitchFamily="50" charset="-128"/>
              </a:rPr>
              <a:t>とは違い、モジュール全体ではなく</a:t>
            </a:r>
            <a:endParaRPr kumimoji="1" lang="en-US" altLang="ja-JP" sz="2400" dirty="0">
              <a:solidFill>
                <a:schemeClr val="tx1">
                  <a:lumMod val="85000"/>
                  <a:lumOff val="15000"/>
                </a:schemeClr>
              </a:solidFill>
              <a:latin typeface="Noto Sans JP" panose="020B0200000000000000" pitchFamily="50" charset="-128"/>
              <a:ea typeface="Noto Sans JP" panose="020B0200000000000000" pitchFamily="50" charset="-128"/>
            </a:endParaRPr>
          </a:p>
          <a:p>
            <a:r>
              <a:rPr kumimoji="1" lang="ja-JP" altLang="en-US" sz="2400" dirty="0">
                <a:solidFill>
                  <a:schemeClr val="tx1">
                    <a:lumMod val="85000"/>
                    <a:lumOff val="15000"/>
                  </a:schemeClr>
                </a:solidFill>
                <a:latin typeface="Noto Sans JP" panose="020B0200000000000000" pitchFamily="50" charset="-128"/>
                <a:ea typeface="Noto Sans JP" panose="020B0200000000000000" pitchFamily="50" charset="-128"/>
              </a:rPr>
              <a:t>外側の関数だけに影響。</a:t>
            </a:r>
          </a:p>
          <a:p>
            <a:r>
              <a:rPr kumimoji="1" lang="ja-JP" altLang="en-US" sz="2400" dirty="0">
                <a:solidFill>
                  <a:schemeClr val="tx1">
                    <a:lumMod val="85000"/>
                    <a:lumOff val="15000"/>
                  </a:schemeClr>
                </a:solidFill>
                <a:latin typeface="Noto Sans JP" panose="020B0200000000000000" pitchFamily="50" charset="-128"/>
                <a:ea typeface="Noto Sans JP" panose="020B0200000000000000" pitchFamily="50" charset="-128"/>
              </a:rPr>
              <a:t>関数が複数階層でネストしている場合にも有効</a:t>
            </a:r>
          </a:p>
        </p:txBody>
      </p:sp>
      <p:sp>
        <p:nvSpPr>
          <p:cNvPr id="25" name="テキスト ボックス 24">
            <a:extLst>
              <a:ext uri="{FF2B5EF4-FFF2-40B4-BE49-F238E27FC236}">
                <a16:creationId xmlns:a16="http://schemas.microsoft.com/office/drawing/2014/main" id="{64A3FE86-BFA3-D927-7B58-C750C6440038}"/>
              </a:ext>
            </a:extLst>
          </p:cNvPr>
          <p:cNvSpPr txBox="1"/>
          <p:nvPr/>
        </p:nvSpPr>
        <p:spPr>
          <a:xfrm>
            <a:off x="522775" y="2282457"/>
            <a:ext cx="8138624" cy="1569660"/>
          </a:xfrm>
          <a:prstGeom prst="rect">
            <a:avLst/>
          </a:prstGeom>
          <a:noFill/>
          <a:ln w="28575">
            <a:solidFill>
              <a:schemeClr val="tx1"/>
            </a:solidFill>
            <a:prstDash val="sysDot"/>
          </a:ln>
        </p:spPr>
        <p:txBody>
          <a:bodyPr wrap="square" rtlCol="0">
            <a:spAutoFit/>
          </a:bodyPr>
          <a:lstStyle/>
          <a:p>
            <a:r>
              <a:rPr kumimoji="1" lang="ja-JP" altLang="en-US" sz="2400" dirty="0">
                <a:solidFill>
                  <a:schemeClr val="tx1">
                    <a:lumMod val="85000"/>
                    <a:lumOff val="15000"/>
                  </a:schemeClr>
                </a:solidFill>
                <a:latin typeface="Noto Sans JP" panose="020B0200000000000000" pitchFamily="50" charset="-128"/>
                <a:ea typeface="Noto Sans JP" panose="020B0200000000000000" pitchFamily="50" charset="-128"/>
              </a:rPr>
              <a:t>「この変数は グローバル変数 を使います」と宣言するキーワード。</a:t>
            </a:r>
          </a:p>
          <a:p>
            <a:r>
              <a:rPr kumimoji="1" lang="ja-JP" altLang="en-US" sz="2400" dirty="0">
                <a:solidFill>
                  <a:schemeClr val="tx1">
                    <a:lumMod val="85000"/>
                    <a:lumOff val="15000"/>
                  </a:schemeClr>
                </a:solidFill>
                <a:latin typeface="Noto Sans JP" panose="020B0200000000000000" pitchFamily="50" charset="-128"/>
                <a:ea typeface="Noto Sans JP" panose="020B0200000000000000" pitchFamily="50" charset="-128"/>
              </a:rPr>
              <a:t>関数内で </a:t>
            </a:r>
            <a:r>
              <a:rPr kumimoji="1" lang="en-US" altLang="ja-JP" sz="2400" dirty="0">
                <a:solidFill>
                  <a:schemeClr val="tx1">
                    <a:lumMod val="85000"/>
                    <a:lumOff val="15000"/>
                  </a:schemeClr>
                </a:solidFill>
                <a:latin typeface="Noto Sans JP" panose="020B0200000000000000" pitchFamily="50" charset="-128"/>
                <a:ea typeface="Noto Sans JP" panose="020B0200000000000000" pitchFamily="50" charset="-128"/>
              </a:rPr>
              <a:t>global </a:t>
            </a:r>
            <a:r>
              <a:rPr kumimoji="1" lang="ja-JP" altLang="en-US" sz="2400" dirty="0">
                <a:solidFill>
                  <a:schemeClr val="tx1">
                    <a:lumMod val="85000"/>
                    <a:lumOff val="15000"/>
                  </a:schemeClr>
                </a:solidFill>
                <a:latin typeface="Noto Sans JP" panose="020B0200000000000000" pitchFamily="50" charset="-128"/>
                <a:ea typeface="Noto Sans JP" panose="020B0200000000000000" pitchFamily="50" charset="-128"/>
              </a:rPr>
              <a:t>変数名 を書くと、関数の外の変数を直接参照・変更できる</a:t>
            </a:r>
          </a:p>
        </p:txBody>
      </p:sp>
      <p:sp>
        <p:nvSpPr>
          <p:cNvPr id="26" name="テキスト ボックス 25">
            <a:extLst>
              <a:ext uri="{FF2B5EF4-FFF2-40B4-BE49-F238E27FC236}">
                <a16:creationId xmlns:a16="http://schemas.microsoft.com/office/drawing/2014/main" id="{0749E3BA-B8C2-04E4-7C12-24E4817AFFD2}"/>
              </a:ext>
            </a:extLst>
          </p:cNvPr>
          <p:cNvSpPr txBox="1"/>
          <p:nvPr/>
        </p:nvSpPr>
        <p:spPr>
          <a:xfrm>
            <a:off x="9683233" y="2257057"/>
            <a:ext cx="8138624" cy="1569660"/>
          </a:xfrm>
          <a:prstGeom prst="rect">
            <a:avLst/>
          </a:prstGeom>
          <a:noFill/>
          <a:ln w="28575">
            <a:solidFill>
              <a:schemeClr val="tx1"/>
            </a:solidFill>
            <a:prstDash val="sysDot"/>
          </a:ln>
        </p:spPr>
        <p:txBody>
          <a:bodyPr wrap="square" rtlCol="0">
            <a:spAutoFit/>
          </a:bodyPr>
          <a:lstStyle/>
          <a:p>
            <a:r>
              <a:rPr kumimoji="1" lang="ja-JP" altLang="en-US" sz="2400" dirty="0">
                <a:solidFill>
                  <a:schemeClr val="tx1">
                    <a:lumMod val="85000"/>
                    <a:lumOff val="15000"/>
                  </a:schemeClr>
                </a:solidFill>
                <a:latin typeface="Noto Sans JP" panose="020B0200000000000000" pitchFamily="50" charset="-128"/>
                <a:ea typeface="Noto Sans JP" panose="020B0200000000000000" pitchFamily="50" charset="-128"/>
              </a:rPr>
              <a:t>「この変数は 一つ外側の関数のローカル変数 を使います」と宣言するキーワード。</a:t>
            </a:r>
          </a:p>
          <a:p>
            <a:r>
              <a:rPr kumimoji="1" lang="ja-JP" altLang="en-US" sz="2400" dirty="0">
                <a:solidFill>
                  <a:srgbClr val="FF0000"/>
                </a:solidFill>
                <a:latin typeface="Noto Sans JP" panose="020B0200000000000000" pitchFamily="50" charset="-128"/>
                <a:ea typeface="Noto Sans JP" panose="020B0200000000000000" pitchFamily="50" charset="-128"/>
              </a:rPr>
              <a:t>入れ子関数（ネストされた関数）</a:t>
            </a:r>
            <a:r>
              <a:rPr kumimoji="1" lang="ja-JP" altLang="en-US" sz="2400" dirty="0">
                <a:solidFill>
                  <a:schemeClr val="tx1">
                    <a:lumMod val="85000"/>
                    <a:lumOff val="15000"/>
                  </a:schemeClr>
                </a:solidFill>
                <a:latin typeface="Noto Sans JP" panose="020B0200000000000000" pitchFamily="50" charset="-128"/>
                <a:ea typeface="Noto Sans JP" panose="020B0200000000000000" pitchFamily="50" charset="-128"/>
              </a:rPr>
              <a:t>でしか使えない。</a:t>
            </a:r>
          </a:p>
          <a:p>
            <a:r>
              <a:rPr kumimoji="1" lang="ja-JP" altLang="en-US" sz="2400" dirty="0">
                <a:solidFill>
                  <a:schemeClr val="tx1">
                    <a:lumMod val="85000"/>
                    <a:lumOff val="15000"/>
                  </a:schemeClr>
                </a:solidFill>
                <a:latin typeface="Noto Sans JP" panose="020B0200000000000000" pitchFamily="50" charset="-128"/>
                <a:ea typeface="Noto Sans JP" panose="020B0200000000000000" pitchFamily="50" charset="-128"/>
              </a:rPr>
              <a:t>外側の関数のローカル変数を直接変更できる。</a:t>
            </a:r>
          </a:p>
        </p:txBody>
      </p:sp>
    </p:spTree>
    <p:extLst>
      <p:ext uri="{BB962C8B-B14F-4D97-AF65-F5344CB8AC3E}">
        <p14:creationId xmlns:p14="http://schemas.microsoft.com/office/powerpoint/2010/main" val="307875664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6E53575-2758-F401-C1DE-467F271896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図 3">
            <a:extLst>
              <a:ext uri="{FF2B5EF4-FFF2-40B4-BE49-F238E27FC236}">
                <a16:creationId xmlns:a16="http://schemas.microsoft.com/office/drawing/2014/main" id="{03094262-41F2-2C74-B5A1-99909F40299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2775" y="1714390"/>
            <a:ext cx="13884972" cy="7687254"/>
          </a:xfrm>
          <a:prstGeom prst="rect">
            <a:avLst/>
          </a:prstGeom>
        </p:spPr>
      </p:pic>
      <p:pic>
        <p:nvPicPr>
          <p:cNvPr id="9" name="図 8">
            <a:extLst>
              <a:ext uri="{FF2B5EF4-FFF2-40B4-BE49-F238E27FC236}">
                <a16:creationId xmlns:a16="http://schemas.microsoft.com/office/drawing/2014/main" id="{F4BFD8D6-5470-5A6C-7794-1B95CC50B4A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393395" y="5143500"/>
            <a:ext cx="4286848" cy="4353533"/>
          </a:xfrm>
          <a:prstGeom prst="rect">
            <a:avLst/>
          </a:prstGeom>
          <a:ln w="38100">
            <a:solidFill>
              <a:srgbClr val="0066FF"/>
            </a:solidFill>
          </a:ln>
        </p:spPr>
      </p:pic>
      <p:sp>
        <p:nvSpPr>
          <p:cNvPr id="8" name="タイトル 7">
            <a:extLst>
              <a:ext uri="{FF2B5EF4-FFF2-40B4-BE49-F238E27FC236}">
                <a16:creationId xmlns:a16="http://schemas.microsoft.com/office/drawing/2014/main" id="{9A463A3E-B3AF-5F4D-8E58-2E03E26191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2775" y="348253"/>
            <a:ext cx="17646914" cy="770016"/>
          </a:xfrm>
        </p:spPr>
        <p:txBody>
          <a:bodyPr/>
          <a:lstStyle/>
          <a:p>
            <a:r>
              <a:rPr lang="en-US" altLang="ja-JP" dirty="0">
                <a:solidFill>
                  <a:schemeClr val="bg1"/>
                </a:solidFill>
                <a:latin typeface="Noto Sans JP" panose="020B0200000000000000" pitchFamily="50" charset="-128"/>
                <a:ea typeface="Noto Sans JP" panose="020B0200000000000000" pitchFamily="50" charset="-128"/>
              </a:rPr>
              <a:t>33.</a:t>
            </a:r>
            <a:r>
              <a:rPr lang="ja-JP" altLang="en-US" dirty="0">
                <a:solidFill>
                  <a:schemeClr val="bg1"/>
                </a:solidFill>
                <a:latin typeface="Noto Sans JP" panose="020B0200000000000000" pitchFamily="50" charset="-128"/>
                <a:ea typeface="Noto Sans JP" panose="020B0200000000000000" pitchFamily="50" charset="-128"/>
              </a:rPr>
              <a:t>クラスの継承</a:t>
            </a:r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7DF92BBE-FB95-A9D8-634E-0927BD8EC05E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altLang="ja-JP" sz="2400" dirty="0">
                <a:latin typeface="Noto Sans JP" panose="020B0200000000000000" pitchFamily="50" charset="-128"/>
                <a:ea typeface="Noto Sans JP" panose="020B0200000000000000" pitchFamily="50" charset="-128"/>
              </a:rPr>
              <a:t>Prime Study </a:t>
            </a:r>
            <a:r>
              <a:rPr lang="ja-JP" altLang="en-US" sz="2400" dirty="0">
                <a:latin typeface="Noto Sans JP" panose="020B0200000000000000" pitchFamily="50" charset="-128"/>
                <a:ea typeface="Noto Sans JP" panose="020B0200000000000000" pitchFamily="50" charset="-128"/>
              </a:rPr>
              <a:t>第</a:t>
            </a:r>
            <a:r>
              <a:rPr lang="en-US" altLang="ja-JP" sz="2400" dirty="0">
                <a:latin typeface="Noto Sans JP" panose="020B0200000000000000" pitchFamily="50" charset="-128"/>
                <a:ea typeface="Noto Sans JP" panose="020B0200000000000000" pitchFamily="50" charset="-128"/>
              </a:rPr>
              <a:t>2</a:t>
            </a:r>
            <a:r>
              <a:rPr lang="ja-JP" altLang="en-US" sz="2400" dirty="0">
                <a:latin typeface="Noto Sans JP" panose="020B0200000000000000" pitchFamily="50" charset="-128"/>
                <a:ea typeface="Noto Sans JP" panose="020B0200000000000000" pitchFamily="50" charset="-128"/>
              </a:rPr>
              <a:t>回</a:t>
            </a:r>
            <a:endParaRPr lang="en-US" altLang="ja-JP" sz="2400" dirty="0">
              <a:latin typeface="Noto Sans JP" panose="020B0200000000000000" pitchFamily="50" charset="-128"/>
              <a:ea typeface="Noto Sans JP" panose="020B0200000000000000" pitchFamily="50" charset="-128"/>
            </a:endParaRPr>
          </a:p>
        </p:txBody>
      </p:sp>
      <p:sp>
        <p:nvSpPr>
          <p:cNvPr id="12" name="正方形/長方形 11">
            <a:extLst>
              <a:ext uri="{FF2B5EF4-FFF2-40B4-BE49-F238E27FC236}">
                <a16:creationId xmlns:a16="http://schemas.microsoft.com/office/drawing/2014/main" id="{8EFBBC97-9C85-238F-659B-BAB8850C474B}"/>
              </a:ext>
            </a:extLst>
          </p:cNvPr>
          <p:cNvSpPr/>
          <p:nvPr/>
        </p:nvSpPr>
        <p:spPr>
          <a:xfrm>
            <a:off x="13355295" y="4629470"/>
            <a:ext cx="1406446" cy="498234"/>
          </a:xfrm>
          <a:prstGeom prst="rect">
            <a:avLst/>
          </a:prstGeom>
          <a:solidFill>
            <a:srgbClr val="0066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2400" dirty="0">
                <a:latin typeface="Noto Sans JP" panose="020B0200000000000000" pitchFamily="50" charset="-128"/>
                <a:ea typeface="Noto Sans JP" panose="020B0200000000000000" pitchFamily="50" charset="-128"/>
              </a:rPr>
              <a:t>選択肢</a:t>
            </a:r>
          </a:p>
        </p:txBody>
      </p:sp>
      <p:sp>
        <p:nvSpPr>
          <p:cNvPr id="5" name="楕円 4">
            <a:extLst>
              <a:ext uri="{FF2B5EF4-FFF2-40B4-BE49-F238E27FC236}">
                <a16:creationId xmlns:a16="http://schemas.microsoft.com/office/drawing/2014/main" id="{6D517310-F3C7-B3F2-45DC-F87953983198}"/>
              </a:ext>
            </a:extLst>
          </p:cNvPr>
          <p:cNvSpPr/>
          <p:nvPr/>
        </p:nvSpPr>
        <p:spPr>
          <a:xfrm>
            <a:off x="13772768" y="5485676"/>
            <a:ext cx="419100" cy="419100"/>
          </a:xfrm>
          <a:prstGeom prst="ellipse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4050"/>
          </a:p>
        </p:txBody>
      </p:sp>
      <p:sp>
        <p:nvSpPr>
          <p:cNvPr id="11" name="正方形/長方形 10">
            <a:extLst>
              <a:ext uri="{FF2B5EF4-FFF2-40B4-BE49-F238E27FC236}">
                <a16:creationId xmlns:a16="http://schemas.microsoft.com/office/drawing/2014/main" id="{9EE82E4F-EE0A-E55F-FCAD-4B37715DFF7F}"/>
              </a:ext>
            </a:extLst>
          </p:cNvPr>
          <p:cNvSpPr/>
          <p:nvPr/>
        </p:nvSpPr>
        <p:spPr>
          <a:xfrm>
            <a:off x="1166288" y="5988419"/>
            <a:ext cx="423352" cy="330200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4050"/>
          </a:p>
        </p:txBody>
      </p:sp>
      <p:sp>
        <p:nvSpPr>
          <p:cNvPr id="13" name="矢印: 右 12">
            <a:extLst>
              <a:ext uri="{FF2B5EF4-FFF2-40B4-BE49-F238E27FC236}">
                <a16:creationId xmlns:a16="http://schemas.microsoft.com/office/drawing/2014/main" id="{C4218C66-0831-468A-78A5-01A9B493ECAB}"/>
              </a:ext>
            </a:extLst>
          </p:cNvPr>
          <p:cNvSpPr/>
          <p:nvPr/>
        </p:nvSpPr>
        <p:spPr>
          <a:xfrm>
            <a:off x="1689100" y="6051919"/>
            <a:ext cx="2349499" cy="217975"/>
          </a:xfrm>
          <a:prstGeom prst="rightArrow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4050"/>
          </a:p>
        </p:txBody>
      </p:sp>
      <p:sp>
        <p:nvSpPr>
          <p:cNvPr id="14" name="テキスト ボックス 13">
            <a:extLst>
              <a:ext uri="{FF2B5EF4-FFF2-40B4-BE49-F238E27FC236}">
                <a16:creationId xmlns:a16="http://schemas.microsoft.com/office/drawing/2014/main" id="{CC122F9F-D806-6E8C-926D-F0011B6BA9AA}"/>
              </a:ext>
            </a:extLst>
          </p:cNvPr>
          <p:cNvSpPr txBox="1"/>
          <p:nvPr/>
        </p:nvSpPr>
        <p:spPr>
          <a:xfrm>
            <a:off x="4138059" y="5918509"/>
            <a:ext cx="6561412" cy="707886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txBody>
          <a:bodyPr wrap="none" rtlCol="0">
            <a:spAutoFit/>
          </a:bodyPr>
          <a:lstStyle/>
          <a:p>
            <a:r>
              <a:rPr kumimoji="1" lang="en-US" altLang="ja-JP" sz="2000" dirty="0">
                <a:solidFill>
                  <a:schemeClr val="tx1">
                    <a:lumMod val="85000"/>
                    <a:lumOff val="15000"/>
                  </a:schemeClr>
                </a:solidFill>
                <a:latin typeface="Noto Sans JP" panose="020B0200000000000000" pitchFamily="50" charset="-128"/>
                <a:ea typeface="Noto Sans JP" panose="020B0200000000000000" pitchFamily="50" charset="-128"/>
              </a:rPr>
              <a:t>s() </a:t>
            </a:r>
            <a:r>
              <a:rPr kumimoji="1" lang="ja-JP" altLang="en-US" sz="2000" dirty="0">
                <a:solidFill>
                  <a:schemeClr val="tx1">
                    <a:lumMod val="85000"/>
                    <a:lumOff val="15000"/>
                  </a:schemeClr>
                </a:solidFill>
                <a:latin typeface="Noto Sans JP" panose="020B0200000000000000" pitchFamily="50" charset="-128"/>
                <a:ea typeface="Noto Sans JP" panose="020B0200000000000000" pitchFamily="50" charset="-128"/>
              </a:rPr>
              <a:t>内で </a:t>
            </a:r>
            <a:r>
              <a:rPr kumimoji="1" lang="en-US" altLang="ja-JP" sz="2000" dirty="0">
                <a:solidFill>
                  <a:schemeClr val="tx1">
                    <a:lumMod val="85000"/>
                    <a:lumOff val="15000"/>
                  </a:schemeClr>
                </a:solidFill>
                <a:latin typeface="Noto Sans JP" panose="020B0200000000000000" pitchFamily="50" charset="-128"/>
                <a:ea typeface="Noto Sans JP" panose="020B0200000000000000" pitchFamily="50" charset="-128"/>
              </a:rPr>
              <a:t>m() </a:t>
            </a:r>
            <a:r>
              <a:rPr kumimoji="1" lang="ja-JP" altLang="en-US" sz="2000" dirty="0">
                <a:solidFill>
                  <a:schemeClr val="tx1">
                    <a:lumMod val="85000"/>
                    <a:lumOff val="15000"/>
                  </a:schemeClr>
                </a:solidFill>
                <a:latin typeface="Noto Sans JP" panose="020B0200000000000000" pitchFamily="50" charset="-128"/>
                <a:ea typeface="Noto Sans JP" panose="020B0200000000000000" pitchFamily="50" charset="-128"/>
              </a:rPr>
              <a:t>を呼びたい</a:t>
            </a:r>
          </a:p>
          <a:p>
            <a:r>
              <a:rPr kumimoji="1" lang="ja-JP" altLang="en-US" sz="2000" dirty="0">
                <a:solidFill>
                  <a:schemeClr val="tx1">
                    <a:lumMod val="85000"/>
                    <a:lumOff val="15000"/>
                  </a:schemeClr>
                </a:solidFill>
                <a:latin typeface="Noto Sans JP" panose="020B0200000000000000" pitchFamily="50" charset="-128"/>
                <a:ea typeface="Noto Sans JP" panose="020B0200000000000000" pitchFamily="50" charset="-128"/>
              </a:rPr>
              <a:t>インスタンスメソッドを呼び出すので </a:t>
            </a:r>
            <a:r>
              <a:rPr kumimoji="1" lang="en-US" altLang="ja-JP" sz="20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Noto Sans JP" panose="020B0200000000000000" pitchFamily="50" charset="-128"/>
                <a:ea typeface="Noto Sans JP" panose="020B0200000000000000" pitchFamily="50" charset="-128"/>
              </a:rPr>
              <a:t>self.m</a:t>
            </a:r>
            <a:r>
              <a:rPr kumimoji="1" lang="en-US" altLang="ja-JP" sz="2000" dirty="0">
                <a:solidFill>
                  <a:schemeClr val="tx1">
                    <a:lumMod val="85000"/>
                    <a:lumOff val="15000"/>
                  </a:schemeClr>
                </a:solidFill>
                <a:latin typeface="Noto Sans JP" panose="020B0200000000000000" pitchFamily="50" charset="-128"/>
                <a:ea typeface="Noto Sans JP" panose="020B0200000000000000" pitchFamily="50" charset="-128"/>
              </a:rPr>
              <a:t>() </a:t>
            </a:r>
            <a:r>
              <a:rPr kumimoji="1" lang="ja-JP" altLang="en-US" sz="2000" dirty="0">
                <a:solidFill>
                  <a:schemeClr val="tx1">
                    <a:lumMod val="85000"/>
                    <a:lumOff val="15000"/>
                  </a:schemeClr>
                </a:solidFill>
                <a:latin typeface="Noto Sans JP" panose="020B0200000000000000" pitchFamily="50" charset="-128"/>
                <a:ea typeface="Noto Sans JP" panose="020B0200000000000000" pitchFamily="50" charset="-128"/>
              </a:rPr>
              <a:t>が正しい</a:t>
            </a:r>
          </a:p>
        </p:txBody>
      </p:sp>
      <p:sp>
        <p:nvSpPr>
          <p:cNvPr id="17" name="正方形/長方形 16">
            <a:extLst>
              <a:ext uri="{FF2B5EF4-FFF2-40B4-BE49-F238E27FC236}">
                <a16:creationId xmlns:a16="http://schemas.microsoft.com/office/drawing/2014/main" id="{6D455270-FACF-F097-FC7D-35BE800EEC19}"/>
              </a:ext>
            </a:extLst>
          </p:cNvPr>
          <p:cNvSpPr/>
          <p:nvPr/>
        </p:nvSpPr>
        <p:spPr>
          <a:xfrm>
            <a:off x="723900" y="6917994"/>
            <a:ext cx="2082800" cy="272893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4050"/>
          </a:p>
        </p:txBody>
      </p:sp>
      <p:sp>
        <p:nvSpPr>
          <p:cNvPr id="22" name="矢印: 右 21">
            <a:extLst>
              <a:ext uri="{FF2B5EF4-FFF2-40B4-BE49-F238E27FC236}">
                <a16:creationId xmlns:a16="http://schemas.microsoft.com/office/drawing/2014/main" id="{23BDA081-8C49-7F7E-27F5-8CF326E33021}"/>
              </a:ext>
            </a:extLst>
          </p:cNvPr>
          <p:cNvSpPr/>
          <p:nvPr/>
        </p:nvSpPr>
        <p:spPr>
          <a:xfrm>
            <a:off x="2895600" y="6932752"/>
            <a:ext cx="1142999" cy="217975"/>
          </a:xfrm>
          <a:prstGeom prst="rightArrow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4050"/>
          </a:p>
        </p:txBody>
      </p:sp>
      <p:sp>
        <p:nvSpPr>
          <p:cNvPr id="23" name="テキスト ボックス 22">
            <a:extLst>
              <a:ext uri="{FF2B5EF4-FFF2-40B4-BE49-F238E27FC236}">
                <a16:creationId xmlns:a16="http://schemas.microsoft.com/office/drawing/2014/main" id="{6B7DD622-0452-ECBF-E857-000A597D39FA}"/>
              </a:ext>
            </a:extLst>
          </p:cNvPr>
          <p:cNvSpPr txBox="1"/>
          <p:nvPr/>
        </p:nvSpPr>
        <p:spPr>
          <a:xfrm>
            <a:off x="4138059" y="6755930"/>
            <a:ext cx="2084225" cy="40011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txBody>
          <a:bodyPr wrap="none" rtlCol="0">
            <a:spAutoFit/>
          </a:bodyPr>
          <a:lstStyle/>
          <a:p>
            <a:r>
              <a:rPr kumimoji="1" lang="en-US" altLang="ja-JP" sz="20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Noto Sans JP" panose="020B0200000000000000" pitchFamily="50" charset="-128"/>
                <a:ea typeface="Noto Sans JP" panose="020B0200000000000000" pitchFamily="50" charset="-128"/>
              </a:rPr>
              <a:t>kusanagi</a:t>
            </a:r>
            <a:r>
              <a:rPr kumimoji="1" lang="en-US" altLang="ja-JP" sz="2000" dirty="0">
                <a:solidFill>
                  <a:schemeClr val="tx1">
                    <a:lumMod val="85000"/>
                    <a:lumOff val="15000"/>
                  </a:schemeClr>
                </a:solidFill>
                <a:latin typeface="Noto Sans JP" panose="020B0200000000000000" pitchFamily="50" charset="-128"/>
                <a:ea typeface="Noto Sans JP" panose="020B0200000000000000" pitchFamily="50" charset="-128"/>
              </a:rPr>
              <a:t> </a:t>
            </a:r>
            <a:r>
              <a:rPr kumimoji="1" lang="ja-JP" altLang="en-US" sz="2000" dirty="0">
                <a:solidFill>
                  <a:schemeClr val="tx1">
                    <a:lumMod val="85000"/>
                    <a:lumOff val="15000"/>
                  </a:schemeClr>
                </a:solidFill>
                <a:latin typeface="Noto Sans JP" panose="020B0200000000000000" pitchFamily="50" charset="-128"/>
                <a:ea typeface="Noto Sans JP" panose="020B0200000000000000" pitchFamily="50" charset="-128"/>
              </a:rPr>
              <a:t>を継承</a:t>
            </a:r>
          </a:p>
        </p:txBody>
      </p:sp>
      <p:sp>
        <p:nvSpPr>
          <p:cNvPr id="24" name="正方形/長方形 23">
            <a:extLst>
              <a:ext uri="{FF2B5EF4-FFF2-40B4-BE49-F238E27FC236}">
                <a16:creationId xmlns:a16="http://schemas.microsoft.com/office/drawing/2014/main" id="{02AF7D90-48EC-24F0-5CD0-757233F80E42}"/>
              </a:ext>
            </a:extLst>
          </p:cNvPr>
          <p:cNvSpPr/>
          <p:nvPr/>
        </p:nvSpPr>
        <p:spPr>
          <a:xfrm>
            <a:off x="1559688" y="7243232"/>
            <a:ext cx="318070" cy="248085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4050"/>
          </a:p>
        </p:txBody>
      </p:sp>
      <p:sp>
        <p:nvSpPr>
          <p:cNvPr id="25" name="矢印: 右 24">
            <a:extLst>
              <a:ext uri="{FF2B5EF4-FFF2-40B4-BE49-F238E27FC236}">
                <a16:creationId xmlns:a16="http://schemas.microsoft.com/office/drawing/2014/main" id="{39A49342-D51C-C141-7911-19ED50C32751}"/>
              </a:ext>
            </a:extLst>
          </p:cNvPr>
          <p:cNvSpPr/>
          <p:nvPr/>
        </p:nvSpPr>
        <p:spPr>
          <a:xfrm>
            <a:off x="1955799" y="7299992"/>
            <a:ext cx="2082800" cy="217975"/>
          </a:xfrm>
          <a:prstGeom prst="rightArrow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4050"/>
          </a:p>
        </p:txBody>
      </p:sp>
      <p:sp>
        <p:nvSpPr>
          <p:cNvPr id="32" name="テキスト ボックス 31">
            <a:extLst>
              <a:ext uri="{FF2B5EF4-FFF2-40B4-BE49-F238E27FC236}">
                <a16:creationId xmlns:a16="http://schemas.microsoft.com/office/drawing/2014/main" id="{AD0CEA52-6C2B-4F24-5984-CE7E1D1D5943}"/>
              </a:ext>
            </a:extLst>
          </p:cNvPr>
          <p:cNvSpPr txBox="1"/>
          <p:nvPr/>
        </p:nvSpPr>
        <p:spPr>
          <a:xfrm>
            <a:off x="4138059" y="7268182"/>
            <a:ext cx="7582525" cy="707886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txBody>
          <a:bodyPr wrap="none" rtlCol="0">
            <a:spAutoFit/>
          </a:bodyPr>
          <a:lstStyle/>
          <a:p>
            <a:r>
              <a:rPr kumimoji="1" lang="en-US" altLang="ja-JP" sz="20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Noto Sans JP" panose="020B0200000000000000" pitchFamily="50" charset="-128"/>
                <a:ea typeface="Noto Sans JP" panose="020B0200000000000000" pitchFamily="50" charset="-128"/>
              </a:rPr>
              <a:t>wexal</a:t>
            </a:r>
            <a:r>
              <a:rPr kumimoji="1" lang="en-US" altLang="ja-JP" sz="2000" dirty="0">
                <a:solidFill>
                  <a:schemeClr val="tx1">
                    <a:lumMod val="85000"/>
                    <a:lumOff val="15000"/>
                  </a:schemeClr>
                </a:solidFill>
                <a:latin typeface="Noto Sans JP" panose="020B0200000000000000" pitchFamily="50" charset="-128"/>
                <a:ea typeface="Noto Sans JP" panose="020B0200000000000000" pitchFamily="50" charset="-128"/>
              </a:rPr>
              <a:t> </a:t>
            </a:r>
            <a:r>
              <a:rPr kumimoji="1" lang="ja-JP" altLang="en-US" sz="2000" dirty="0">
                <a:solidFill>
                  <a:schemeClr val="tx1">
                    <a:lumMod val="85000"/>
                    <a:lumOff val="15000"/>
                  </a:schemeClr>
                </a:solidFill>
                <a:latin typeface="Noto Sans JP" panose="020B0200000000000000" pitchFamily="50" charset="-128"/>
                <a:ea typeface="Noto Sans JP" panose="020B0200000000000000" pitchFamily="50" charset="-128"/>
              </a:rPr>
              <a:t>に </a:t>
            </a:r>
            <a:r>
              <a:rPr kumimoji="1" lang="en-US" altLang="ja-JP" sz="2000" dirty="0">
                <a:solidFill>
                  <a:schemeClr val="tx1">
                    <a:lumMod val="85000"/>
                    <a:lumOff val="15000"/>
                  </a:schemeClr>
                </a:solidFill>
                <a:latin typeface="Noto Sans JP" panose="020B0200000000000000" pitchFamily="50" charset="-128"/>
                <a:ea typeface="Noto Sans JP" panose="020B0200000000000000" pitchFamily="50" charset="-128"/>
              </a:rPr>
              <a:t>m() </a:t>
            </a:r>
            <a:r>
              <a:rPr kumimoji="1" lang="ja-JP" altLang="en-US" sz="2000" dirty="0">
                <a:solidFill>
                  <a:schemeClr val="tx1">
                    <a:lumMod val="85000"/>
                    <a:lumOff val="15000"/>
                  </a:schemeClr>
                </a:solidFill>
                <a:latin typeface="Noto Sans JP" panose="020B0200000000000000" pitchFamily="50" charset="-128"/>
                <a:ea typeface="Noto Sans JP" panose="020B0200000000000000" pitchFamily="50" charset="-128"/>
              </a:rPr>
              <a:t>をオーバーライドして </a:t>
            </a:r>
            <a:r>
              <a:rPr kumimoji="1" lang="en-US" altLang="ja-JP" sz="2000" dirty="0">
                <a:solidFill>
                  <a:schemeClr val="tx1">
                    <a:lumMod val="85000"/>
                    <a:lumOff val="15000"/>
                  </a:schemeClr>
                </a:solidFill>
                <a:latin typeface="Noto Sans JP" panose="020B0200000000000000" pitchFamily="50" charset="-128"/>
                <a:ea typeface="Noto Sans JP" panose="020B0200000000000000" pitchFamily="50" charset="-128"/>
              </a:rPr>
              <a:t>"I'm David." </a:t>
            </a:r>
            <a:r>
              <a:rPr kumimoji="1" lang="ja-JP" altLang="en-US" sz="2000" dirty="0">
                <a:solidFill>
                  <a:schemeClr val="tx1">
                    <a:lumMod val="85000"/>
                    <a:lumOff val="15000"/>
                  </a:schemeClr>
                </a:solidFill>
                <a:latin typeface="Noto Sans JP" panose="020B0200000000000000" pitchFamily="50" charset="-128"/>
                <a:ea typeface="Noto Sans JP" panose="020B0200000000000000" pitchFamily="50" charset="-128"/>
              </a:rPr>
              <a:t>を表示させたい</a:t>
            </a:r>
          </a:p>
          <a:p>
            <a:r>
              <a:rPr kumimoji="1" lang="ja-JP" altLang="en-US" sz="2000" dirty="0">
                <a:solidFill>
                  <a:schemeClr val="tx1">
                    <a:lumMod val="85000"/>
                    <a:lumOff val="15000"/>
                  </a:schemeClr>
                </a:solidFill>
                <a:latin typeface="Noto Sans JP" panose="020B0200000000000000" pitchFamily="50" charset="-128"/>
                <a:ea typeface="Noto Sans JP" panose="020B0200000000000000" pitchFamily="50" charset="-128"/>
              </a:rPr>
              <a:t>メソッド定義は </a:t>
            </a:r>
            <a:r>
              <a:rPr kumimoji="1" lang="en-US" altLang="ja-JP" sz="2000" dirty="0">
                <a:solidFill>
                  <a:schemeClr val="tx1">
                    <a:lumMod val="85000"/>
                    <a:lumOff val="15000"/>
                  </a:schemeClr>
                </a:solidFill>
                <a:latin typeface="Noto Sans JP" panose="020B0200000000000000" pitchFamily="50" charset="-128"/>
                <a:ea typeface="Noto Sans JP" panose="020B0200000000000000" pitchFamily="50" charset="-128"/>
              </a:rPr>
              <a:t>def m(self):</a:t>
            </a:r>
            <a:endParaRPr kumimoji="1" lang="ja-JP" altLang="en-US" sz="2000" dirty="0">
              <a:solidFill>
                <a:schemeClr val="tx1">
                  <a:lumMod val="85000"/>
                  <a:lumOff val="15000"/>
                </a:schemeClr>
              </a:solidFill>
              <a:latin typeface="Noto Sans JP" panose="020B0200000000000000" pitchFamily="50" charset="-128"/>
              <a:ea typeface="Noto Sans JP" panose="020B0200000000000000" pitchFamily="50" charset="-128"/>
            </a:endParaRPr>
          </a:p>
        </p:txBody>
      </p:sp>
      <p:sp>
        <p:nvSpPr>
          <p:cNvPr id="33" name="正方形/長方形 32">
            <a:extLst>
              <a:ext uri="{FF2B5EF4-FFF2-40B4-BE49-F238E27FC236}">
                <a16:creationId xmlns:a16="http://schemas.microsoft.com/office/drawing/2014/main" id="{454E6DF9-CA4B-C691-4139-29D29FD67D1F}"/>
              </a:ext>
            </a:extLst>
          </p:cNvPr>
          <p:cNvSpPr/>
          <p:nvPr/>
        </p:nvSpPr>
        <p:spPr>
          <a:xfrm>
            <a:off x="960359" y="9051679"/>
            <a:ext cx="318070" cy="248085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4050"/>
          </a:p>
        </p:txBody>
      </p:sp>
      <p:sp>
        <p:nvSpPr>
          <p:cNvPr id="34" name="矢印: 右 33">
            <a:extLst>
              <a:ext uri="{FF2B5EF4-FFF2-40B4-BE49-F238E27FC236}">
                <a16:creationId xmlns:a16="http://schemas.microsoft.com/office/drawing/2014/main" id="{EA4A592D-C8B2-4053-3993-5C8F87BC4882}"/>
              </a:ext>
            </a:extLst>
          </p:cNvPr>
          <p:cNvSpPr/>
          <p:nvPr/>
        </p:nvSpPr>
        <p:spPr>
          <a:xfrm>
            <a:off x="1377963" y="9051679"/>
            <a:ext cx="2660635" cy="217975"/>
          </a:xfrm>
          <a:prstGeom prst="rightArrow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4050"/>
          </a:p>
        </p:txBody>
      </p:sp>
      <p:sp>
        <p:nvSpPr>
          <p:cNvPr id="35" name="テキスト ボックス 34">
            <a:extLst>
              <a:ext uri="{FF2B5EF4-FFF2-40B4-BE49-F238E27FC236}">
                <a16:creationId xmlns:a16="http://schemas.microsoft.com/office/drawing/2014/main" id="{9AB9A948-7DD7-FD20-3A37-C47DAF518E0D}"/>
              </a:ext>
            </a:extLst>
          </p:cNvPr>
          <p:cNvSpPr txBox="1"/>
          <p:nvPr/>
        </p:nvSpPr>
        <p:spPr>
          <a:xfrm>
            <a:off x="4138059" y="8975854"/>
            <a:ext cx="6514925" cy="40011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txBody>
          <a:bodyPr wrap="none" rtlCol="0">
            <a:spAutoFit/>
          </a:bodyPr>
          <a:lstStyle/>
          <a:p>
            <a:r>
              <a:rPr kumimoji="1" lang="en-US" altLang="ja-JP" sz="2000" dirty="0">
                <a:solidFill>
                  <a:schemeClr val="tx1">
                    <a:lumMod val="85000"/>
                    <a:lumOff val="15000"/>
                  </a:schemeClr>
                </a:solidFill>
                <a:latin typeface="Noto Sans JP" panose="020B0200000000000000" pitchFamily="50" charset="-128"/>
                <a:ea typeface="Noto Sans JP" panose="020B0200000000000000" pitchFamily="50" charset="-128"/>
              </a:rPr>
              <a:t>2</a:t>
            </a:r>
            <a:r>
              <a:rPr kumimoji="1" lang="ja-JP" altLang="en-US" sz="2000" dirty="0">
                <a:solidFill>
                  <a:schemeClr val="tx1">
                    <a:lumMod val="85000"/>
                    <a:lumOff val="15000"/>
                  </a:schemeClr>
                </a:solidFill>
                <a:latin typeface="Noto Sans JP" panose="020B0200000000000000" pitchFamily="50" charset="-128"/>
                <a:ea typeface="Noto Sans JP" panose="020B0200000000000000" pitchFamily="50" charset="-128"/>
              </a:rPr>
              <a:t>回目の呼び出しは </a:t>
            </a:r>
            <a:r>
              <a:rPr kumimoji="1" lang="en-US" altLang="ja-JP" sz="20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Noto Sans JP" panose="020B0200000000000000" pitchFamily="50" charset="-128"/>
                <a:ea typeface="Noto Sans JP" panose="020B0200000000000000" pitchFamily="50" charset="-128"/>
              </a:rPr>
              <a:t>w.s</a:t>
            </a:r>
            <a:r>
              <a:rPr kumimoji="1" lang="en-US" altLang="ja-JP" sz="2000" dirty="0">
                <a:solidFill>
                  <a:schemeClr val="tx1">
                    <a:lumMod val="85000"/>
                    <a:lumOff val="15000"/>
                  </a:schemeClr>
                </a:solidFill>
                <a:latin typeface="Noto Sans JP" panose="020B0200000000000000" pitchFamily="50" charset="-128"/>
                <a:ea typeface="Noto Sans JP" panose="020B0200000000000000" pitchFamily="50" charset="-128"/>
              </a:rPr>
              <a:t>() </a:t>
            </a:r>
            <a:r>
              <a:rPr kumimoji="1" lang="ja-JP" altLang="en-US" sz="2000" dirty="0">
                <a:solidFill>
                  <a:schemeClr val="tx1">
                    <a:lumMod val="85000"/>
                    <a:lumOff val="15000"/>
                  </a:schemeClr>
                </a:solidFill>
                <a:latin typeface="Noto Sans JP" panose="020B0200000000000000" pitchFamily="50" charset="-128"/>
                <a:ea typeface="Noto Sans JP" panose="020B0200000000000000" pitchFamily="50" charset="-128"/>
              </a:rPr>
              <a:t>で </a:t>
            </a:r>
            <a:r>
              <a:rPr kumimoji="1" lang="en-US" altLang="ja-JP" sz="2000" dirty="0">
                <a:solidFill>
                  <a:schemeClr val="tx1">
                    <a:lumMod val="85000"/>
                    <a:lumOff val="15000"/>
                  </a:schemeClr>
                </a:solidFill>
                <a:latin typeface="Noto Sans JP" panose="020B0200000000000000" pitchFamily="50" charset="-128"/>
                <a:ea typeface="Noto Sans JP" panose="020B0200000000000000" pitchFamily="50" charset="-128"/>
              </a:rPr>
              <a:t>"Need Speed?" </a:t>
            </a:r>
            <a:r>
              <a:rPr kumimoji="1" lang="ja-JP" altLang="en-US" sz="2000" dirty="0">
                <a:solidFill>
                  <a:schemeClr val="tx1">
                    <a:lumMod val="85000"/>
                    <a:lumOff val="15000"/>
                  </a:schemeClr>
                </a:solidFill>
                <a:latin typeface="Noto Sans JP" panose="020B0200000000000000" pitchFamily="50" charset="-128"/>
                <a:ea typeface="Noto Sans JP" panose="020B0200000000000000" pitchFamily="50" charset="-128"/>
              </a:rPr>
              <a:t>を出したい</a:t>
            </a:r>
          </a:p>
        </p:txBody>
      </p:sp>
    </p:spTree>
    <p:extLst>
      <p:ext uri="{BB962C8B-B14F-4D97-AF65-F5344CB8AC3E}">
        <p14:creationId xmlns:p14="http://schemas.microsoft.com/office/powerpoint/2010/main" val="419537565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  <p:bldP spid="13" grpId="0" animBg="1"/>
      <p:bldP spid="14" grpId="0" animBg="1"/>
      <p:bldP spid="17" grpId="0" animBg="1"/>
      <p:bldP spid="22" grpId="0" animBg="1"/>
      <p:bldP spid="23" grpId="0" animBg="1"/>
      <p:bldP spid="24" grpId="0" animBg="1"/>
      <p:bldP spid="25" grpId="0" animBg="1"/>
      <p:bldP spid="32" grpId="0" animBg="1"/>
      <p:bldP spid="33" grpId="0" animBg="1"/>
      <p:bldP spid="34" grpId="0" animBg="1"/>
      <p:bldP spid="35" grpId="0" animBg="1"/>
    </p:bldLst>
  </p:timing>
</p:sld>
</file>

<file path=ppt/theme/theme1.xml><?xml version="1.0" encoding="utf-8"?>
<a:theme xmlns:a="http://schemas.openxmlformats.org/drawingml/2006/main" name="No Header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Alnair">
      <a:majorFont>
        <a:latin typeface="Bebas Neue Regular"/>
        <a:ea typeface="Capella Light"/>
        <a:cs typeface=""/>
      </a:majorFont>
      <a:minorFont>
        <a:latin typeface="Roboto"/>
        <a:ea typeface="Capella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rgbClr val="FF0066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 wrap="none" rtlCol="0">
        <a:spAutoFit/>
      </a:bodyPr>
      <a:lstStyle>
        <a:defPPr>
          <a:defRPr dirty="0" err="1" smtClean="0">
            <a:solidFill>
              <a:schemeClr val="tx1">
                <a:lumMod val="85000"/>
                <a:lumOff val="15000"/>
              </a:schemeClr>
            </a:solidFill>
            <a:latin typeface="Aller Light" panose="02000503000000020004" pitchFamily="2" charset="0"/>
            <a:ea typeface="A-OTF Shin Go Pro L" panose="020B0300000000000000" pitchFamily="34" charset="-128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Header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ユーザー定義 2">
      <a:majorFont>
        <a:latin typeface="Consolas"/>
        <a:ea typeface="Noto Sans JP"/>
        <a:cs typeface=""/>
      </a:majorFont>
      <a:minorFont>
        <a:latin typeface="Consolas"/>
        <a:ea typeface="Noto Sans JP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rgbClr val="FF6600"/>
        </a:solidFill>
        <a:ln>
          <a:noFill/>
        </a:ln>
      </a:spPr>
      <a:bodyPr rtlCol="0" anchor="ctr"/>
      <a:lstStyle>
        <a:defPPr algn="ctr">
          <a:defRPr sz="405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 wrap="none" rtlCol="0">
        <a:spAutoFit/>
      </a:bodyPr>
      <a:lstStyle>
        <a:defPPr>
          <a:defRPr kumimoji="1" dirty="0" smtClean="0">
            <a:solidFill>
              <a:schemeClr val="tx1">
                <a:lumMod val="85000"/>
                <a:lumOff val="15000"/>
              </a:schemeClr>
            </a:solidFill>
            <a:latin typeface="+mj-lt"/>
            <a:ea typeface="A-OTF Shin Go Pro L" panose="020B0300000000000000" pitchFamily="34" charset="-128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10272</TotalTime>
  <Words>1507</Words>
  <Application>Microsoft Office PowerPoint</Application>
  <PresentationFormat>ユーザー設定</PresentationFormat>
  <Paragraphs>196</Paragraphs>
  <Slides>17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7</vt:i4>
      </vt:variant>
      <vt:variant>
        <vt:lpstr>テーマ</vt:lpstr>
      </vt:variant>
      <vt:variant>
        <vt:i4>2</vt:i4>
      </vt:variant>
      <vt:variant>
        <vt:lpstr>スライド タイトル</vt:lpstr>
      </vt:variant>
      <vt:variant>
        <vt:i4>17</vt:i4>
      </vt:variant>
    </vt:vector>
  </HeadingPairs>
  <TitlesOfParts>
    <vt:vector size="26" baseType="lpstr">
      <vt:lpstr>Aller Light</vt:lpstr>
      <vt:lpstr>Bebas Neue Bold</vt:lpstr>
      <vt:lpstr>Noto Sans JP</vt:lpstr>
      <vt:lpstr>Arial</vt:lpstr>
      <vt:lpstr>Calibri</vt:lpstr>
      <vt:lpstr>Consolas</vt:lpstr>
      <vt:lpstr>Wingdings</vt:lpstr>
      <vt:lpstr>No Header</vt:lpstr>
      <vt:lpstr>Header</vt:lpstr>
      <vt:lpstr>7.文字列操作</vt:lpstr>
      <vt:lpstr>9.リスト操作</vt:lpstr>
      <vt:lpstr>10.forループ</vt:lpstr>
      <vt:lpstr>10.forループ</vt:lpstr>
      <vt:lpstr>12.インデックスと要素の取得</vt:lpstr>
      <vt:lpstr>19.zipとアンパック</vt:lpstr>
      <vt:lpstr>19.zipとアンパック</vt:lpstr>
      <vt:lpstr>19.zipとアンパック</vt:lpstr>
      <vt:lpstr>31.例外送出</vt:lpstr>
      <vt:lpstr>31.例外送出</vt:lpstr>
      <vt:lpstr>31.例外送出</vt:lpstr>
      <vt:lpstr>32.スコープ（変数の有効範囲）</vt:lpstr>
      <vt:lpstr>32.スコープ（変数の有効範囲）</vt:lpstr>
      <vt:lpstr>32.スコープ（変数の有効範囲）</vt:lpstr>
      <vt:lpstr>32.スコープ（変数の有効範囲）</vt:lpstr>
      <vt:lpstr>【補足】globalとnonlocalの役割</vt:lpstr>
      <vt:lpstr>33.クラスの継承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taitoru</dc:title>
  <dc:creator>秋咲准</dc:creator>
  <cp:lastModifiedBy>1857</cp:lastModifiedBy>
  <cp:revision>286</cp:revision>
  <dcterms:created xsi:type="dcterms:W3CDTF">2014-05-07T13:22:54Z</dcterms:created>
  <dcterms:modified xsi:type="dcterms:W3CDTF">2025-09-11T03:17:35Z</dcterms:modified>
</cp:coreProperties>
</file>