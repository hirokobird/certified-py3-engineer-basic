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  <p:sldMasterId id="2147483660" r:id="rId2"/>
  </p:sldMasterIdLst>
  <p:notesMasterIdLst>
    <p:notesMasterId r:id="rId23"/>
  </p:notesMasterIdLst>
  <p:handoutMasterIdLst>
    <p:handoutMasterId r:id="rId24"/>
  </p:handoutMasterIdLst>
  <p:sldIdLst>
    <p:sldId id="300" r:id="rId3"/>
    <p:sldId id="312" r:id="rId4"/>
    <p:sldId id="313" r:id="rId5"/>
    <p:sldId id="314" r:id="rId6"/>
    <p:sldId id="315" r:id="rId7"/>
    <p:sldId id="316" r:id="rId8"/>
    <p:sldId id="311" r:id="rId9"/>
    <p:sldId id="317" r:id="rId10"/>
    <p:sldId id="304" r:id="rId11"/>
    <p:sldId id="301" r:id="rId12"/>
    <p:sldId id="318" r:id="rId13"/>
    <p:sldId id="310" r:id="rId14"/>
    <p:sldId id="319" r:id="rId15"/>
    <p:sldId id="303" r:id="rId16"/>
    <p:sldId id="320" r:id="rId17"/>
    <p:sldId id="321" r:id="rId18"/>
    <p:sldId id="305" r:id="rId19"/>
    <p:sldId id="306" r:id="rId20"/>
    <p:sldId id="307" r:id="rId21"/>
    <p:sldId id="309" r:id="rId22"/>
  </p:sldIdLst>
  <p:sldSz cx="18288000" cy="10287000"/>
  <p:notesSz cx="6858000" cy="9144000"/>
  <p:defaultTextStyle>
    <a:defPPr>
      <a:defRPr lang="en-US"/>
    </a:defPPr>
    <a:lvl1pPr marL="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FFFFFF"/>
    <a:srgbClr val="3399FF"/>
    <a:srgbClr val="99CCFF"/>
    <a:srgbClr val="FF6600"/>
    <a:srgbClr val="0099FF"/>
    <a:srgbClr val="D6926B"/>
    <a:srgbClr val="1F1F1F"/>
    <a:srgbClr val="000000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中間スタイル 1 - アクセント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4C1A8A3-306A-4EB7-A6B1-4F7E0EB9C5D6}" styleName="中間スタイル 3 - アクセント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10A1B5D5-9B99-4C35-A422-299274C87663}" styleName="中間スタイル 1 - アクセント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08" autoAdjust="0"/>
    <p:restoredTop sz="94660"/>
  </p:normalViewPr>
  <p:slideViewPr>
    <p:cSldViewPr snapToGrid="0">
      <p:cViewPr varScale="1">
        <p:scale>
          <a:sx n="55" d="100"/>
          <a:sy n="55" d="100"/>
        </p:scale>
        <p:origin x="835" y="43"/>
      </p:cViewPr>
      <p:guideLst>
        <p:guide orient="horz" pos="3240"/>
        <p:guide pos="57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2982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DB6074-3ABC-45E1-B916-FEC97060DD13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1DD687-6233-47B9-B4B4-25AECA7069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8695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D09915-3BD3-4C61-BDA5-20689B9856F8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129B96-90C9-4C4A-9463-7040911BA0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989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2273300" y="3302000"/>
            <a:ext cx="13728700" cy="3586192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ts val="12000"/>
              </a:lnSpc>
              <a:defRPr sz="150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2286000" y="7019632"/>
            <a:ext cx="13716000" cy="61306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4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Clear Sans Light" panose="020B0303030202020304" pitchFamily="34" charset="0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altLang="ja-JP" dirty="0"/>
              <a:t>Author or subtitle here</a:t>
            </a:r>
            <a:endParaRPr lang="en-US" dirty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>
          <a:xfrm>
            <a:off x="2260600" y="7511113"/>
            <a:ext cx="13716000" cy="379919"/>
          </a:xfrm>
          <a:prstGeom prst="rect">
            <a:avLst/>
          </a:prstGeom>
        </p:spPr>
        <p:txBody>
          <a:bodyPr/>
          <a:lstStyle>
            <a:lvl1pPr algn="l">
              <a:defRPr sz="3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A-OTF Gothic BBB Pro Medium" panose="020B0400000000000000" pitchFamily="34" charset="-128"/>
                <a:cs typeface="Clear Sans Light" panose="020B0303030202020304" pitchFamily="34" charset="0"/>
              </a:defRPr>
            </a:lvl1pPr>
          </a:lstStyle>
          <a:p>
            <a:endParaRPr lang="en-US" dirty="0"/>
          </a:p>
        </p:txBody>
      </p:sp>
      <p:cxnSp>
        <p:nvCxnSpPr>
          <p:cNvPr id="6" name="直線コネクタ 5"/>
          <p:cNvCxnSpPr/>
          <p:nvPr userDrawn="1"/>
        </p:nvCxnSpPr>
        <p:spPr>
          <a:xfrm>
            <a:off x="2286000" y="6856652"/>
            <a:ext cx="13716000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8798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4572000" y="6203398"/>
            <a:ext cx="13703862" cy="1745964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6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</a:lstStyle>
          <a:p>
            <a:r>
              <a:rPr lang="en-US" dirty="0"/>
              <a:t>Subtitle Here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4559862" y="7911791"/>
            <a:ext cx="13716000" cy="4452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0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Clear Sans Light" panose="020B0303030202020304" pitchFamily="34" charset="0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altLang="ja-JP" dirty="0"/>
              <a:t>A brief description here</a:t>
            </a:r>
            <a:endParaRPr lang="en-US" dirty="0"/>
          </a:p>
        </p:txBody>
      </p:sp>
      <p:cxnSp>
        <p:nvCxnSpPr>
          <p:cNvPr id="6" name="直線コネクタ 5"/>
          <p:cNvCxnSpPr/>
          <p:nvPr userDrawn="1"/>
        </p:nvCxnSpPr>
        <p:spPr>
          <a:xfrm>
            <a:off x="4572000" y="7829045"/>
            <a:ext cx="13716000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6829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act - Single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1"/>
          <p:cNvSpPr>
            <a:spLocks noGrp="1"/>
          </p:cNvSpPr>
          <p:nvPr>
            <p:ph type="ctrTitle" hasCustomPrompt="1"/>
          </p:nvPr>
        </p:nvSpPr>
        <p:spPr>
          <a:xfrm>
            <a:off x="1132115" y="3614057"/>
            <a:ext cx="15748000" cy="278674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180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</a:lstStyle>
          <a:p>
            <a:r>
              <a:rPr lang="en-US" dirty="0"/>
              <a:t>Text here</a:t>
            </a:r>
          </a:p>
        </p:txBody>
      </p:sp>
      <p:sp>
        <p:nvSpPr>
          <p:cNvPr id="4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1132115" y="6110512"/>
            <a:ext cx="13716000" cy="1016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60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Clear Sans Light" panose="020B0303030202020304" pitchFamily="34" charset="0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altLang="ja-JP" dirty="0"/>
              <a:t>Text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8233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act - Double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1"/>
          <p:cNvSpPr>
            <a:spLocks noGrp="1"/>
          </p:cNvSpPr>
          <p:nvPr>
            <p:ph type="ctrTitle" hasCustomPrompt="1"/>
          </p:nvPr>
        </p:nvSpPr>
        <p:spPr>
          <a:xfrm>
            <a:off x="1132115" y="2148114"/>
            <a:ext cx="15748000" cy="4934854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ts val="15000"/>
              </a:lnSpc>
              <a:defRPr sz="180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</a:lstStyle>
          <a:p>
            <a:r>
              <a:rPr lang="en-US" dirty="0"/>
              <a:t>Text </a:t>
            </a:r>
            <a:br>
              <a:rPr lang="en-US" dirty="0"/>
            </a:br>
            <a:r>
              <a:rPr lang="en-US" dirty="0"/>
              <a:t>here</a:t>
            </a:r>
          </a:p>
        </p:txBody>
      </p:sp>
      <p:sp>
        <p:nvSpPr>
          <p:cNvPr id="4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1132115" y="6792683"/>
            <a:ext cx="13716000" cy="1016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60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Clear Sans Light" panose="020B0303030202020304" pitchFamily="34" charset="0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altLang="ja-JP" dirty="0"/>
              <a:t>Text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240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act - Separa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10508342" y="0"/>
            <a:ext cx="7779657" cy="10287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/>
          </a:p>
        </p:txBody>
      </p:sp>
      <p:sp>
        <p:nvSpPr>
          <p:cNvPr id="3" name="タイトル 1"/>
          <p:cNvSpPr>
            <a:spLocks noGrp="1"/>
          </p:cNvSpPr>
          <p:nvPr>
            <p:ph type="ctrTitle" hasCustomPrompt="1"/>
          </p:nvPr>
        </p:nvSpPr>
        <p:spPr>
          <a:xfrm>
            <a:off x="290286" y="580571"/>
            <a:ext cx="9898743" cy="9231086"/>
          </a:xfrm>
          <a:prstGeom prst="rect">
            <a:avLst/>
          </a:prstGeom>
        </p:spPr>
        <p:txBody>
          <a:bodyPr anchor="ctr">
            <a:noAutofit/>
          </a:bodyPr>
          <a:lstStyle>
            <a:lvl1pPr algn="r">
              <a:lnSpc>
                <a:spcPts val="13000"/>
              </a:lnSpc>
              <a:defRPr sz="160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</a:lstStyle>
          <a:p>
            <a:r>
              <a:rPr lang="en-US" dirty="0"/>
              <a:t>TEXt </a:t>
            </a:r>
            <a:br>
              <a:rPr lang="en-US" dirty="0"/>
            </a:br>
            <a:r>
              <a:rPr lang="en-US" dirty="0"/>
              <a:t>here</a:t>
            </a:r>
          </a:p>
        </p:txBody>
      </p:sp>
      <p:sp>
        <p:nvSpPr>
          <p:cNvPr id="4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10769598" y="580571"/>
            <a:ext cx="7024915" cy="923108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ts val="4000"/>
              </a:lnSpc>
              <a:buNone/>
              <a:defRPr sz="60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Clear Sans Light" panose="020B0303030202020304" pitchFamily="34" charset="0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altLang="ja-JP" dirty="0"/>
              <a:t>Text here</a:t>
            </a:r>
          </a:p>
          <a:p>
            <a:r>
              <a:rPr lang="en-US" dirty="0"/>
              <a:t>Text Here</a:t>
            </a:r>
          </a:p>
        </p:txBody>
      </p:sp>
    </p:spTree>
    <p:extLst>
      <p:ext uri="{BB962C8B-B14F-4D97-AF65-F5344CB8AC3E}">
        <p14:creationId xmlns:p14="http://schemas.microsoft.com/office/powerpoint/2010/main" val="3372001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484675" y="132353"/>
            <a:ext cx="17646914" cy="770016"/>
          </a:xfrm>
          <a:prstGeom prst="rect">
            <a:avLst/>
          </a:prstGeom>
        </p:spPr>
        <p:txBody>
          <a:bodyPr anchor="t"/>
          <a:lstStyle>
            <a:lvl1pPr>
              <a:defRPr baseline="0">
                <a:latin typeface="+mj-lt"/>
              </a:defRPr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Time and Attendance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DAEF4D36-AE85-49C9-90DE-66D02B25727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484675" y="908365"/>
            <a:ext cx="17646914" cy="4452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0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Clear Sans Light" panose="020B0303030202020304" pitchFamily="34" charset="0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altLang="ja-JP" dirty="0"/>
              <a:t>A brief description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130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484675" y="132353"/>
            <a:ext cx="17646914" cy="770016"/>
          </a:xfrm>
          <a:prstGeom prst="rect">
            <a:avLst/>
          </a:prstGeom>
        </p:spPr>
        <p:txBody>
          <a:bodyPr anchor="t"/>
          <a:lstStyle>
            <a:lvl1pPr>
              <a:defRPr baseline="0">
                <a:latin typeface="+mj-lt"/>
              </a:defRPr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Time and Attendance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DAEF4D36-AE85-49C9-90DE-66D02B25727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484675" y="908365"/>
            <a:ext cx="17646914" cy="4452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0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Clear Sans Light" panose="020B0303030202020304" pitchFamily="34" charset="0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altLang="ja-JP" dirty="0"/>
              <a:t>A brief description here</a:t>
            </a:r>
            <a:endParaRPr lang="en-US" dirty="0"/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12" hasCustomPrompt="1"/>
          </p:nvPr>
        </p:nvSpPr>
        <p:spPr>
          <a:xfrm>
            <a:off x="-309282" y="4894169"/>
            <a:ext cx="6790764" cy="928687"/>
          </a:xfrm>
          <a:prstGeom prst="rect">
            <a:avLst/>
          </a:prstGeom>
        </p:spPr>
        <p:txBody>
          <a:bodyPr/>
          <a:lstStyle>
            <a:lvl1pPr algn="r">
              <a:defRPr sz="80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sp>
        <p:nvSpPr>
          <p:cNvPr id="12" name="正方形/長方形 11"/>
          <p:cNvSpPr/>
          <p:nvPr userDrawn="1"/>
        </p:nvSpPr>
        <p:spPr>
          <a:xfrm>
            <a:off x="-1" y="5876924"/>
            <a:ext cx="6481483" cy="14735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>
              <a:latin typeface="+mj-lt"/>
            </a:endParaRPr>
          </a:p>
        </p:txBody>
      </p:sp>
      <p:sp>
        <p:nvSpPr>
          <p:cNvPr id="13" name="テキスト プレースホルダー 8"/>
          <p:cNvSpPr>
            <a:spLocks noGrp="1"/>
          </p:cNvSpPr>
          <p:nvPr>
            <p:ph type="body" sz="quarter" idx="14" hasCustomPrompt="1"/>
          </p:nvPr>
        </p:nvSpPr>
        <p:spPr>
          <a:xfrm>
            <a:off x="7107085" y="2635625"/>
            <a:ext cx="11024504" cy="5775302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07503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484675" y="132353"/>
            <a:ext cx="17646914" cy="770016"/>
          </a:xfrm>
          <a:prstGeom prst="rect">
            <a:avLst/>
          </a:prstGeom>
        </p:spPr>
        <p:txBody>
          <a:bodyPr anchor="t"/>
          <a:lstStyle>
            <a:lvl1pPr>
              <a:defRPr baseline="0">
                <a:latin typeface="+mj-lt"/>
              </a:defRPr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Time and Attendance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DAEF4D36-AE85-49C9-90DE-66D02B25727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484675" y="908365"/>
            <a:ext cx="17646914" cy="4452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0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Clear Sans Light" panose="020B0303030202020304" pitchFamily="34" charset="0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altLang="ja-JP" dirty="0"/>
              <a:t>A brief description here</a:t>
            </a:r>
            <a:endParaRPr lang="en-US" dirty="0"/>
          </a:p>
        </p:txBody>
      </p:sp>
      <p:sp>
        <p:nvSpPr>
          <p:cNvPr id="9" name="図プレースホルダー 8"/>
          <p:cNvSpPr>
            <a:spLocks noGrp="1"/>
          </p:cNvSpPr>
          <p:nvPr>
            <p:ph type="pic" sz="quarter" idx="12" hasCustomPrompt="1"/>
          </p:nvPr>
        </p:nvSpPr>
        <p:spPr>
          <a:xfrm>
            <a:off x="927100" y="2430380"/>
            <a:ext cx="5979026" cy="5980546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+mn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Add picture here – 1:1</a:t>
            </a:r>
          </a:p>
        </p:txBody>
      </p:sp>
      <p:sp>
        <p:nvSpPr>
          <p:cNvPr id="11" name="正方形/長方形 10"/>
          <p:cNvSpPr/>
          <p:nvPr userDrawn="1"/>
        </p:nvSpPr>
        <p:spPr>
          <a:xfrm>
            <a:off x="726141" y="2430380"/>
            <a:ext cx="236007" cy="598054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>
              <a:latin typeface="+mj-lt"/>
            </a:endParaRPr>
          </a:p>
        </p:txBody>
      </p:sp>
      <p:sp>
        <p:nvSpPr>
          <p:cNvPr id="12" name="テキスト プレースホルダー 8"/>
          <p:cNvSpPr>
            <a:spLocks noGrp="1"/>
          </p:cNvSpPr>
          <p:nvPr>
            <p:ph type="body" sz="quarter" idx="13" hasCustomPrompt="1"/>
          </p:nvPr>
        </p:nvSpPr>
        <p:spPr>
          <a:xfrm>
            <a:off x="7107085" y="2430380"/>
            <a:ext cx="11024504" cy="635549"/>
          </a:xfrm>
          <a:prstGeom prst="rect">
            <a:avLst/>
          </a:prstGeom>
        </p:spPr>
        <p:txBody>
          <a:bodyPr anchor="b"/>
          <a:lstStyle>
            <a:lvl1pPr algn="l">
              <a:defRPr sz="36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Caption Here</a:t>
            </a:r>
            <a:endParaRPr lang="ja-JP" altLang="en-US" dirty="0"/>
          </a:p>
        </p:txBody>
      </p:sp>
      <p:sp>
        <p:nvSpPr>
          <p:cNvPr id="13" name="テキスト プレースホルダー 8"/>
          <p:cNvSpPr>
            <a:spLocks noGrp="1"/>
          </p:cNvSpPr>
          <p:nvPr>
            <p:ph type="body" sz="quarter" idx="14" hasCustomPrompt="1"/>
          </p:nvPr>
        </p:nvSpPr>
        <p:spPr>
          <a:xfrm>
            <a:off x="7107085" y="3119717"/>
            <a:ext cx="11024504" cy="5291209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cxnSp>
        <p:nvCxnSpPr>
          <p:cNvPr id="14" name="直線コネクタ 13"/>
          <p:cNvCxnSpPr/>
          <p:nvPr userDrawn="1"/>
        </p:nvCxnSpPr>
        <p:spPr>
          <a:xfrm>
            <a:off x="7131895" y="3012141"/>
            <a:ext cx="10999694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8386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2 Columns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484675" y="132353"/>
            <a:ext cx="17646914" cy="770016"/>
          </a:xfrm>
          <a:prstGeom prst="rect">
            <a:avLst/>
          </a:prstGeom>
        </p:spPr>
        <p:txBody>
          <a:bodyPr anchor="t"/>
          <a:lstStyle>
            <a:lvl1pPr>
              <a:defRPr baseline="0">
                <a:latin typeface="+mj-lt"/>
              </a:defRPr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Time and Attendance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DAEF4D36-AE85-49C9-90DE-66D02B25727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484675" y="908365"/>
            <a:ext cx="17646914" cy="4452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0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Clear Sans Light" panose="020B0303030202020304" pitchFamily="34" charset="0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altLang="ja-JP" dirty="0"/>
              <a:t>A brief description here</a:t>
            </a:r>
            <a:endParaRPr lang="en-US" dirty="0"/>
          </a:p>
        </p:txBody>
      </p:sp>
      <p:sp>
        <p:nvSpPr>
          <p:cNvPr id="9" name="図プレースホルダー 8"/>
          <p:cNvSpPr>
            <a:spLocks noGrp="1"/>
          </p:cNvSpPr>
          <p:nvPr>
            <p:ph type="pic" sz="quarter" idx="12" hasCustomPrompt="1"/>
          </p:nvPr>
        </p:nvSpPr>
        <p:spPr>
          <a:xfrm>
            <a:off x="927100" y="2430380"/>
            <a:ext cx="5979026" cy="5980546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2">
                    <a:lumMod val="50000"/>
                  </a:schemeClr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Add picture here – 1:1</a:t>
            </a:r>
          </a:p>
        </p:txBody>
      </p:sp>
      <p:sp>
        <p:nvSpPr>
          <p:cNvPr id="11" name="正方形/長方形 10"/>
          <p:cNvSpPr/>
          <p:nvPr userDrawn="1"/>
        </p:nvSpPr>
        <p:spPr>
          <a:xfrm>
            <a:off x="726141" y="2430380"/>
            <a:ext cx="236007" cy="598054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>
              <a:latin typeface="+mj-lt"/>
            </a:endParaRPr>
          </a:p>
        </p:txBody>
      </p:sp>
      <p:sp>
        <p:nvSpPr>
          <p:cNvPr id="12" name="テキスト プレースホルダー 8"/>
          <p:cNvSpPr>
            <a:spLocks noGrp="1"/>
          </p:cNvSpPr>
          <p:nvPr>
            <p:ph type="body" sz="quarter" idx="13" hasCustomPrompt="1"/>
          </p:nvPr>
        </p:nvSpPr>
        <p:spPr>
          <a:xfrm>
            <a:off x="7107085" y="2430380"/>
            <a:ext cx="11024504" cy="635549"/>
          </a:xfrm>
          <a:prstGeom prst="rect">
            <a:avLst/>
          </a:prstGeom>
        </p:spPr>
        <p:txBody>
          <a:bodyPr anchor="b"/>
          <a:lstStyle>
            <a:lvl1pPr algn="l">
              <a:defRPr sz="36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Caption1 Here</a:t>
            </a:r>
            <a:endParaRPr lang="ja-JP" altLang="en-US" dirty="0"/>
          </a:p>
        </p:txBody>
      </p:sp>
      <p:sp>
        <p:nvSpPr>
          <p:cNvPr id="13" name="テキスト プレースホルダー 8"/>
          <p:cNvSpPr>
            <a:spLocks noGrp="1"/>
          </p:cNvSpPr>
          <p:nvPr>
            <p:ph type="body" sz="quarter" idx="14" hasCustomPrompt="1"/>
          </p:nvPr>
        </p:nvSpPr>
        <p:spPr>
          <a:xfrm>
            <a:off x="7107085" y="3119717"/>
            <a:ext cx="11024504" cy="2101166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cxnSp>
        <p:nvCxnSpPr>
          <p:cNvPr id="14" name="直線コネクタ 13"/>
          <p:cNvCxnSpPr/>
          <p:nvPr userDrawn="1"/>
        </p:nvCxnSpPr>
        <p:spPr>
          <a:xfrm>
            <a:off x="7131895" y="3012141"/>
            <a:ext cx="10999694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プレースホルダー 8"/>
          <p:cNvSpPr>
            <a:spLocks noGrp="1"/>
          </p:cNvSpPr>
          <p:nvPr>
            <p:ph type="body" sz="quarter" idx="15" hasCustomPrompt="1"/>
          </p:nvPr>
        </p:nvSpPr>
        <p:spPr>
          <a:xfrm>
            <a:off x="7107085" y="5478616"/>
            <a:ext cx="11024504" cy="635549"/>
          </a:xfrm>
          <a:prstGeom prst="rect">
            <a:avLst/>
          </a:prstGeom>
        </p:spPr>
        <p:txBody>
          <a:bodyPr anchor="b"/>
          <a:lstStyle>
            <a:lvl1pPr algn="l">
              <a:defRPr sz="36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Caption2 Here</a:t>
            </a:r>
            <a:endParaRPr lang="ja-JP" altLang="en-US" dirty="0"/>
          </a:p>
        </p:txBody>
      </p:sp>
      <p:sp>
        <p:nvSpPr>
          <p:cNvPr id="16" name="テキスト プレースホルダー 8"/>
          <p:cNvSpPr>
            <a:spLocks noGrp="1"/>
          </p:cNvSpPr>
          <p:nvPr>
            <p:ph type="body" sz="quarter" idx="16" hasCustomPrompt="1"/>
          </p:nvPr>
        </p:nvSpPr>
        <p:spPr>
          <a:xfrm>
            <a:off x="7107085" y="6167953"/>
            <a:ext cx="11024504" cy="2101166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cxnSp>
        <p:nvCxnSpPr>
          <p:cNvPr id="17" name="直線コネクタ 16"/>
          <p:cNvCxnSpPr/>
          <p:nvPr userDrawn="1"/>
        </p:nvCxnSpPr>
        <p:spPr>
          <a:xfrm>
            <a:off x="7131895" y="6060377"/>
            <a:ext cx="10999694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4547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484675" y="132353"/>
            <a:ext cx="17646914" cy="770016"/>
          </a:xfrm>
          <a:prstGeom prst="rect">
            <a:avLst/>
          </a:prstGeom>
        </p:spPr>
        <p:txBody>
          <a:bodyPr anchor="t"/>
          <a:lstStyle>
            <a:lvl1pPr>
              <a:defRPr baseline="0">
                <a:latin typeface="+mj-lt"/>
              </a:defRPr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Time and Attendance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DAEF4D36-AE85-49C9-90DE-66D02B25727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484675" y="908365"/>
            <a:ext cx="17646914" cy="4452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0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Clear Sans Light" panose="020B0303030202020304" pitchFamily="34" charset="0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altLang="ja-JP" dirty="0"/>
              <a:t>A brief description here</a:t>
            </a:r>
            <a:endParaRPr lang="en-US" dirty="0"/>
          </a:p>
        </p:txBody>
      </p:sp>
      <p:sp>
        <p:nvSpPr>
          <p:cNvPr id="9" name="図プレースホルダー 8"/>
          <p:cNvSpPr>
            <a:spLocks noGrp="1"/>
          </p:cNvSpPr>
          <p:nvPr>
            <p:ph type="pic" sz="quarter" idx="12" hasCustomPrompt="1"/>
          </p:nvPr>
        </p:nvSpPr>
        <p:spPr>
          <a:xfrm>
            <a:off x="986224" y="2094204"/>
            <a:ext cx="3794644" cy="3795608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2">
                    <a:lumMod val="50000"/>
                  </a:schemeClr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Add picture here – 1:1</a:t>
            </a:r>
          </a:p>
        </p:txBody>
      </p:sp>
      <p:sp>
        <p:nvSpPr>
          <p:cNvPr id="11" name="正方形/長方形 10"/>
          <p:cNvSpPr/>
          <p:nvPr userDrawn="1"/>
        </p:nvSpPr>
        <p:spPr>
          <a:xfrm>
            <a:off x="839052" y="2094204"/>
            <a:ext cx="180000" cy="37956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>
              <a:latin typeface="+mj-lt"/>
            </a:endParaRPr>
          </a:p>
        </p:txBody>
      </p:sp>
      <p:sp>
        <p:nvSpPr>
          <p:cNvPr id="12" name="テキスト プレースホルダー 8"/>
          <p:cNvSpPr>
            <a:spLocks noGrp="1"/>
          </p:cNvSpPr>
          <p:nvPr>
            <p:ph type="body" sz="quarter" idx="13" hasCustomPrompt="1"/>
          </p:nvPr>
        </p:nvSpPr>
        <p:spPr>
          <a:xfrm>
            <a:off x="839053" y="5994876"/>
            <a:ext cx="3941815" cy="635549"/>
          </a:xfrm>
          <a:prstGeom prst="rect">
            <a:avLst/>
          </a:prstGeom>
        </p:spPr>
        <p:txBody>
          <a:bodyPr anchor="b"/>
          <a:lstStyle>
            <a:lvl1pPr algn="l">
              <a:defRPr sz="36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Caption Here</a:t>
            </a:r>
            <a:endParaRPr lang="ja-JP" altLang="en-US" dirty="0"/>
          </a:p>
        </p:txBody>
      </p:sp>
      <p:sp>
        <p:nvSpPr>
          <p:cNvPr id="13" name="テキスト プレースホルダー 8"/>
          <p:cNvSpPr>
            <a:spLocks noGrp="1"/>
          </p:cNvSpPr>
          <p:nvPr>
            <p:ph type="body" sz="quarter" idx="14" hasCustomPrompt="1"/>
          </p:nvPr>
        </p:nvSpPr>
        <p:spPr>
          <a:xfrm>
            <a:off x="831956" y="6681699"/>
            <a:ext cx="3948912" cy="2529535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cxnSp>
        <p:nvCxnSpPr>
          <p:cNvPr id="14" name="直線コネクタ 13"/>
          <p:cNvCxnSpPr/>
          <p:nvPr userDrawn="1"/>
        </p:nvCxnSpPr>
        <p:spPr>
          <a:xfrm>
            <a:off x="839053" y="6583152"/>
            <a:ext cx="3941815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図プレースホルダー 8"/>
          <p:cNvSpPr>
            <a:spLocks noGrp="1"/>
          </p:cNvSpPr>
          <p:nvPr>
            <p:ph type="pic" sz="quarter" idx="15" hasCustomPrompt="1"/>
          </p:nvPr>
        </p:nvSpPr>
        <p:spPr>
          <a:xfrm>
            <a:off x="5239977" y="2094204"/>
            <a:ext cx="3794644" cy="3795608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2">
                    <a:lumMod val="50000"/>
                  </a:schemeClr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Add picture here – 1:1</a:t>
            </a:r>
          </a:p>
        </p:txBody>
      </p:sp>
      <p:sp>
        <p:nvSpPr>
          <p:cNvPr id="19" name="正方形/長方形 18"/>
          <p:cNvSpPr/>
          <p:nvPr userDrawn="1"/>
        </p:nvSpPr>
        <p:spPr>
          <a:xfrm>
            <a:off x="5092805" y="2094204"/>
            <a:ext cx="180000" cy="37956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>
              <a:latin typeface="+mj-lt"/>
            </a:endParaRPr>
          </a:p>
        </p:txBody>
      </p:sp>
      <p:sp>
        <p:nvSpPr>
          <p:cNvPr id="20" name="テキスト プレースホルダー 8"/>
          <p:cNvSpPr>
            <a:spLocks noGrp="1"/>
          </p:cNvSpPr>
          <p:nvPr>
            <p:ph type="body" sz="quarter" idx="16" hasCustomPrompt="1"/>
          </p:nvPr>
        </p:nvSpPr>
        <p:spPr>
          <a:xfrm>
            <a:off x="5092806" y="5994876"/>
            <a:ext cx="3941815" cy="635549"/>
          </a:xfrm>
          <a:prstGeom prst="rect">
            <a:avLst/>
          </a:prstGeom>
        </p:spPr>
        <p:txBody>
          <a:bodyPr anchor="b"/>
          <a:lstStyle>
            <a:lvl1pPr algn="l">
              <a:defRPr sz="36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Caption Here</a:t>
            </a:r>
            <a:endParaRPr lang="ja-JP" altLang="en-US" dirty="0"/>
          </a:p>
        </p:txBody>
      </p:sp>
      <p:sp>
        <p:nvSpPr>
          <p:cNvPr id="21" name="テキスト プレースホルダー 8"/>
          <p:cNvSpPr>
            <a:spLocks noGrp="1"/>
          </p:cNvSpPr>
          <p:nvPr>
            <p:ph type="body" sz="quarter" idx="17" hasCustomPrompt="1"/>
          </p:nvPr>
        </p:nvSpPr>
        <p:spPr>
          <a:xfrm>
            <a:off x="5085709" y="6681699"/>
            <a:ext cx="3948912" cy="2529535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cxnSp>
        <p:nvCxnSpPr>
          <p:cNvPr id="22" name="直線コネクタ 21"/>
          <p:cNvCxnSpPr/>
          <p:nvPr userDrawn="1"/>
        </p:nvCxnSpPr>
        <p:spPr>
          <a:xfrm>
            <a:off x="5092806" y="6583152"/>
            <a:ext cx="3941815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図プレースホルダー 8"/>
          <p:cNvSpPr>
            <a:spLocks noGrp="1"/>
          </p:cNvSpPr>
          <p:nvPr>
            <p:ph type="pic" sz="quarter" idx="18" hasCustomPrompt="1"/>
          </p:nvPr>
        </p:nvSpPr>
        <p:spPr>
          <a:xfrm>
            <a:off x="9500079" y="2094204"/>
            <a:ext cx="3794644" cy="3795608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2">
                    <a:lumMod val="50000"/>
                  </a:schemeClr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Add picture here – 1:1</a:t>
            </a:r>
          </a:p>
        </p:txBody>
      </p:sp>
      <p:sp>
        <p:nvSpPr>
          <p:cNvPr id="24" name="正方形/長方形 23"/>
          <p:cNvSpPr/>
          <p:nvPr userDrawn="1"/>
        </p:nvSpPr>
        <p:spPr>
          <a:xfrm>
            <a:off x="9352907" y="2094204"/>
            <a:ext cx="180000" cy="37956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>
              <a:latin typeface="+mj-lt"/>
            </a:endParaRPr>
          </a:p>
        </p:txBody>
      </p:sp>
      <p:sp>
        <p:nvSpPr>
          <p:cNvPr id="25" name="テキスト プレースホルダー 8"/>
          <p:cNvSpPr>
            <a:spLocks noGrp="1"/>
          </p:cNvSpPr>
          <p:nvPr>
            <p:ph type="body" sz="quarter" idx="19" hasCustomPrompt="1"/>
          </p:nvPr>
        </p:nvSpPr>
        <p:spPr>
          <a:xfrm>
            <a:off x="9352908" y="5994876"/>
            <a:ext cx="3941815" cy="635549"/>
          </a:xfrm>
          <a:prstGeom prst="rect">
            <a:avLst/>
          </a:prstGeom>
        </p:spPr>
        <p:txBody>
          <a:bodyPr anchor="b"/>
          <a:lstStyle>
            <a:lvl1pPr algn="l">
              <a:defRPr sz="36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Caption Here</a:t>
            </a:r>
            <a:endParaRPr lang="ja-JP" altLang="en-US" dirty="0"/>
          </a:p>
        </p:txBody>
      </p:sp>
      <p:sp>
        <p:nvSpPr>
          <p:cNvPr id="26" name="テキスト プレースホルダー 8"/>
          <p:cNvSpPr>
            <a:spLocks noGrp="1"/>
          </p:cNvSpPr>
          <p:nvPr>
            <p:ph type="body" sz="quarter" idx="20" hasCustomPrompt="1"/>
          </p:nvPr>
        </p:nvSpPr>
        <p:spPr>
          <a:xfrm>
            <a:off x="9345811" y="6681699"/>
            <a:ext cx="3948912" cy="2529535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cxnSp>
        <p:nvCxnSpPr>
          <p:cNvPr id="27" name="直線コネクタ 26"/>
          <p:cNvCxnSpPr/>
          <p:nvPr userDrawn="1"/>
        </p:nvCxnSpPr>
        <p:spPr>
          <a:xfrm>
            <a:off x="9352908" y="6583152"/>
            <a:ext cx="3941815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図プレースホルダー 8"/>
          <p:cNvSpPr>
            <a:spLocks noGrp="1"/>
          </p:cNvSpPr>
          <p:nvPr>
            <p:ph type="pic" sz="quarter" idx="21" hasCustomPrompt="1"/>
          </p:nvPr>
        </p:nvSpPr>
        <p:spPr>
          <a:xfrm>
            <a:off x="13753832" y="2094204"/>
            <a:ext cx="3794644" cy="3795608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2">
                    <a:lumMod val="50000"/>
                  </a:schemeClr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Add picture here – 1:1</a:t>
            </a:r>
          </a:p>
        </p:txBody>
      </p:sp>
      <p:sp>
        <p:nvSpPr>
          <p:cNvPr id="29" name="正方形/長方形 28"/>
          <p:cNvSpPr/>
          <p:nvPr userDrawn="1"/>
        </p:nvSpPr>
        <p:spPr>
          <a:xfrm>
            <a:off x="13606660" y="2094204"/>
            <a:ext cx="180000" cy="37956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>
              <a:latin typeface="+mj-lt"/>
            </a:endParaRPr>
          </a:p>
        </p:txBody>
      </p:sp>
      <p:sp>
        <p:nvSpPr>
          <p:cNvPr id="30" name="テキスト プレースホルダー 8"/>
          <p:cNvSpPr>
            <a:spLocks noGrp="1"/>
          </p:cNvSpPr>
          <p:nvPr>
            <p:ph type="body" sz="quarter" idx="22" hasCustomPrompt="1"/>
          </p:nvPr>
        </p:nvSpPr>
        <p:spPr>
          <a:xfrm>
            <a:off x="13606661" y="5994876"/>
            <a:ext cx="3941815" cy="635549"/>
          </a:xfrm>
          <a:prstGeom prst="rect">
            <a:avLst/>
          </a:prstGeom>
        </p:spPr>
        <p:txBody>
          <a:bodyPr anchor="b"/>
          <a:lstStyle>
            <a:lvl1pPr algn="l">
              <a:defRPr sz="36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Caption Here</a:t>
            </a:r>
            <a:endParaRPr lang="ja-JP" altLang="en-US" dirty="0"/>
          </a:p>
        </p:txBody>
      </p:sp>
      <p:sp>
        <p:nvSpPr>
          <p:cNvPr id="31" name="テキスト プレースホルダー 8"/>
          <p:cNvSpPr>
            <a:spLocks noGrp="1"/>
          </p:cNvSpPr>
          <p:nvPr>
            <p:ph type="body" sz="quarter" idx="23" hasCustomPrompt="1"/>
          </p:nvPr>
        </p:nvSpPr>
        <p:spPr>
          <a:xfrm>
            <a:off x="13599564" y="6681699"/>
            <a:ext cx="3948912" cy="2529535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cxnSp>
        <p:nvCxnSpPr>
          <p:cNvPr id="32" name="直線コネクタ 31"/>
          <p:cNvCxnSpPr/>
          <p:nvPr userDrawn="1"/>
        </p:nvCxnSpPr>
        <p:spPr>
          <a:xfrm>
            <a:off x="13606661" y="6583152"/>
            <a:ext cx="3941815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8985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484675" y="132353"/>
            <a:ext cx="17646914" cy="770016"/>
          </a:xfrm>
          <a:prstGeom prst="rect">
            <a:avLst/>
          </a:prstGeom>
        </p:spPr>
        <p:txBody>
          <a:bodyPr anchor="t"/>
          <a:lstStyle>
            <a:lvl1pPr>
              <a:defRPr baseline="0">
                <a:latin typeface="+mj-lt"/>
              </a:defRPr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Time and Attendance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DAEF4D36-AE85-49C9-90DE-66D02B25727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484675" y="908365"/>
            <a:ext cx="17646914" cy="4452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0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Clear Sans Light" panose="020B0303030202020304" pitchFamily="34" charset="0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altLang="ja-JP" dirty="0"/>
              <a:t>A brief description here</a:t>
            </a:r>
            <a:endParaRPr lang="en-US" dirty="0"/>
          </a:p>
        </p:txBody>
      </p:sp>
      <p:sp>
        <p:nvSpPr>
          <p:cNvPr id="9" name="図プレースホルダー 8"/>
          <p:cNvSpPr>
            <a:spLocks noGrp="1"/>
          </p:cNvSpPr>
          <p:nvPr>
            <p:ph type="pic" sz="quarter" idx="12" hasCustomPrompt="1"/>
          </p:nvPr>
        </p:nvSpPr>
        <p:spPr>
          <a:xfrm>
            <a:off x="1610338" y="2094204"/>
            <a:ext cx="3794644" cy="3795608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2">
                    <a:lumMod val="50000"/>
                  </a:schemeClr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Add picture here – 1:1</a:t>
            </a:r>
          </a:p>
        </p:txBody>
      </p:sp>
      <p:sp>
        <p:nvSpPr>
          <p:cNvPr id="11" name="正方形/長方形 10"/>
          <p:cNvSpPr/>
          <p:nvPr userDrawn="1"/>
        </p:nvSpPr>
        <p:spPr>
          <a:xfrm>
            <a:off x="1463166" y="2094204"/>
            <a:ext cx="180000" cy="37956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>
              <a:latin typeface="+mj-lt"/>
            </a:endParaRPr>
          </a:p>
        </p:txBody>
      </p:sp>
      <p:sp>
        <p:nvSpPr>
          <p:cNvPr id="12" name="テキスト プレースホルダー 8"/>
          <p:cNvSpPr>
            <a:spLocks noGrp="1"/>
          </p:cNvSpPr>
          <p:nvPr>
            <p:ph type="body" sz="quarter" idx="13" hasCustomPrompt="1"/>
          </p:nvPr>
        </p:nvSpPr>
        <p:spPr>
          <a:xfrm>
            <a:off x="1463167" y="5994876"/>
            <a:ext cx="3941815" cy="635549"/>
          </a:xfrm>
          <a:prstGeom prst="rect">
            <a:avLst/>
          </a:prstGeom>
        </p:spPr>
        <p:txBody>
          <a:bodyPr anchor="b"/>
          <a:lstStyle>
            <a:lvl1pPr algn="l">
              <a:defRPr sz="36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Caption Here</a:t>
            </a:r>
            <a:endParaRPr lang="ja-JP" altLang="en-US" dirty="0"/>
          </a:p>
        </p:txBody>
      </p:sp>
      <p:sp>
        <p:nvSpPr>
          <p:cNvPr id="13" name="テキスト プレースホルダー 8"/>
          <p:cNvSpPr>
            <a:spLocks noGrp="1"/>
          </p:cNvSpPr>
          <p:nvPr>
            <p:ph type="body" sz="quarter" idx="14" hasCustomPrompt="1"/>
          </p:nvPr>
        </p:nvSpPr>
        <p:spPr>
          <a:xfrm>
            <a:off x="1456070" y="6681699"/>
            <a:ext cx="3948912" cy="2529535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cxnSp>
        <p:nvCxnSpPr>
          <p:cNvPr id="14" name="直線コネクタ 13"/>
          <p:cNvCxnSpPr/>
          <p:nvPr userDrawn="1"/>
        </p:nvCxnSpPr>
        <p:spPr>
          <a:xfrm>
            <a:off x="1463167" y="6583152"/>
            <a:ext cx="3941815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図プレースホルダー 8"/>
          <p:cNvSpPr>
            <a:spLocks noGrp="1"/>
          </p:cNvSpPr>
          <p:nvPr>
            <p:ph type="pic" sz="quarter" idx="15" hasCustomPrompt="1"/>
          </p:nvPr>
        </p:nvSpPr>
        <p:spPr>
          <a:xfrm>
            <a:off x="7286491" y="2094204"/>
            <a:ext cx="3794644" cy="3795608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2">
                    <a:lumMod val="50000"/>
                  </a:schemeClr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Add picture here – 1:1</a:t>
            </a:r>
          </a:p>
        </p:txBody>
      </p:sp>
      <p:sp>
        <p:nvSpPr>
          <p:cNvPr id="19" name="正方形/長方形 18"/>
          <p:cNvSpPr/>
          <p:nvPr userDrawn="1"/>
        </p:nvSpPr>
        <p:spPr>
          <a:xfrm>
            <a:off x="7139319" y="2094204"/>
            <a:ext cx="180000" cy="37956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>
              <a:latin typeface="+mj-lt"/>
            </a:endParaRPr>
          </a:p>
        </p:txBody>
      </p:sp>
      <p:sp>
        <p:nvSpPr>
          <p:cNvPr id="20" name="テキスト プレースホルダー 8"/>
          <p:cNvSpPr>
            <a:spLocks noGrp="1"/>
          </p:cNvSpPr>
          <p:nvPr>
            <p:ph type="body" sz="quarter" idx="16" hasCustomPrompt="1"/>
          </p:nvPr>
        </p:nvSpPr>
        <p:spPr>
          <a:xfrm>
            <a:off x="7139320" y="5994876"/>
            <a:ext cx="3941815" cy="635549"/>
          </a:xfrm>
          <a:prstGeom prst="rect">
            <a:avLst/>
          </a:prstGeom>
        </p:spPr>
        <p:txBody>
          <a:bodyPr anchor="b"/>
          <a:lstStyle>
            <a:lvl1pPr algn="l">
              <a:defRPr sz="36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Caption Here</a:t>
            </a:r>
            <a:endParaRPr lang="ja-JP" altLang="en-US" dirty="0"/>
          </a:p>
        </p:txBody>
      </p:sp>
      <p:sp>
        <p:nvSpPr>
          <p:cNvPr id="21" name="テキスト プレースホルダー 8"/>
          <p:cNvSpPr>
            <a:spLocks noGrp="1"/>
          </p:cNvSpPr>
          <p:nvPr>
            <p:ph type="body" sz="quarter" idx="17" hasCustomPrompt="1"/>
          </p:nvPr>
        </p:nvSpPr>
        <p:spPr>
          <a:xfrm>
            <a:off x="7132223" y="6681699"/>
            <a:ext cx="3948912" cy="2529535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cxnSp>
        <p:nvCxnSpPr>
          <p:cNvPr id="22" name="直線コネクタ 21"/>
          <p:cNvCxnSpPr/>
          <p:nvPr userDrawn="1"/>
        </p:nvCxnSpPr>
        <p:spPr>
          <a:xfrm>
            <a:off x="7139320" y="6583152"/>
            <a:ext cx="3941815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図プレースホルダー 8"/>
          <p:cNvSpPr>
            <a:spLocks noGrp="1"/>
          </p:cNvSpPr>
          <p:nvPr>
            <p:ph type="pic" sz="quarter" idx="18" hasCustomPrompt="1"/>
          </p:nvPr>
        </p:nvSpPr>
        <p:spPr>
          <a:xfrm>
            <a:off x="12969740" y="2094204"/>
            <a:ext cx="3794644" cy="3795608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2">
                    <a:lumMod val="50000"/>
                  </a:schemeClr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Add picture here – 1:1</a:t>
            </a:r>
          </a:p>
        </p:txBody>
      </p:sp>
      <p:sp>
        <p:nvSpPr>
          <p:cNvPr id="24" name="正方形/長方形 23"/>
          <p:cNvSpPr/>
          <p:nvPr userDrawn="1"/>
        </p:nvSpPr>
        <p:spPr>
          <a:xfrm>
            <a:off x="12822568" y="2094204"/>
            <a:ext cx="180000" cy="37956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>
              <a:latin typeface="+mj-lt"/>
            </a:endParaRPr>
          </a:p>
        </p:txBody>
      </p:sp>
      <p:sp>
        <p:nvSpPr>
          <p:cNvPr id="25" name="テキスト プレースホルダー 8"/>
          <p:cNvSpPr>
            <a:spLocks noGrp="1"/>
          </p:cNvSpPr>
          <p:nvPr>
            <p:ph type="body" sz="quarter" idx="19" hasCustomPrompt="1"/>
          </p:nvPr>
        </p:nvSpPr>
        <p:spPr>
          <a:xfrm>
            <a:off x="12822569" y="5994876"/>
            <a:ext cx="3941815" cy="635549"/>
          </a:xfrm>
          <a:prstGeom prst="rect">
            <a:avLst/>
          </a:prstGeom>
        </p:spPr>
        <p:txBody>
          <a:bodyPr anchor="b"/>
          <a:lstStyle>
            <a:lvl1pPr algn="l">
              <a:defRPr sz="36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Caption Here</a:t>
            </a:r>
            <a:endParaRPr lang="ja-JP" altLang="en-US" dirty="0"/>
          </a:p>
        </p:txBody>
      </p:sp>
      <p:sp>
        <p:nvSpPr>
          <p:cNvPr id="26" name="テキスト プレースホルダー 8"/>
          <p:cNvSpPr>
            <a:spLocks noGrp="1"/>
          </p:cNvSpPr>
          <p:nvPr>
            <p:ph type="body" sz="quarter" idx="20" hasCustomPrompt="1"/>
          </p:nvPr>
        </p:nvSpPr>
        <p:spPr>
          <a:xfrm>
            <a:off x="12815472" y="6681699"/>
            <a:ext cx="3948912" cy="2529535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cxnSp>
        <p:nvCxnSpPr>
          <p:cNvPr id="27" name="直線コネクタ 26"/>
          <p:cNvCxnSpPr/>
          <p:nvPr userDrawn="1"/>
        </p:nvCxnSpPr>
        <p:spPr>
          <a:xfrm>
            <a:off x="12822569" y="6583152"/>
            <a:ext cx="3941815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2813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484675" y="132353"/>
            <a:ext cx="17646914" cy="770016"/>
          </a:xfrm>
          <a:prstGeom prst="rect">
            <a:avLst/>
          </a:prstGeom>
        </p:spPr>
        <p:txBody>
          <a:bodyPr anchor="t"/>
          <a:lstStyle>
            <a:lvl1pPr>
              <a:defRPr baseline="0">
                <a:latin typeface="+mj-lt"/>
              </a:defRPr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Time and Attendance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DAEF4D36-AE85-49C9-90DE-66D02B25727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484675" y="908365"/>
            <a:ext cx="17646914" cy="4452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0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Clear Sans Light" panose="020B0303030202020304" pitchFamily="34" charset="0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altLang="ja-JP" dirty="0"/>
              <a:t>A brief description here</a:t>
            </a:r>
            <a:endParaRPr lang="en-US" dirty="0"/>
          </a:p>
        </p:txBody>
      </p:sp>
      <p:sp>
        <p:nvSpPr>
          <p:cNvPr id="12" name="テキスト プレースホルダー 8"/>
          <p:cNvSpPr>
            <a:spLocks noGrp="1"/>
          </p:cNvSpPr>
          <p:nvPr>
            <p:ph type="body" sz="quarter" idx="13" hasCustomPrompt="1"/>
          </p:nvPr>
        </p:nvSpPr>
        <p:spPr>
          <a:xfrm>
            <a:off x="911624" y="2105047"/>
            <a:ext cx="5037261" cy="635549"/>
          </a:xfrm>
          <a:prstGeom prst="rect">
            <a:avLst/>
          </a:prstGeom>
        </p:spPr>
        <p:txBody>
          <a:bodyPr anchor="b"/>
          <a:lstStyle>
            <a:lvl1pPr algn="l">
              <a:defRPr sz="36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sp>
        <p:nvSpPr>
          <p:cNvPr id="13" name="テキスト プレースホルダー 8"/>
          <p:cNvSpPr>
            <a:spLocks noGrp="1"/>
          </p:cNvSpPr>
          <p:nvPr>
            <p:ph type="body" sz="quarter" idx="14" hasCustomPrompt="1"/>
          </p:nvPr>
        </p:nvSpPr>
        <p:spPr>
          <a:xfrm>
            <a:off x="904527" y="2791870"/>
            <a:ext cx="5046330" cy="6323101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cxnSp>
        <p:nvCxnSpPr>
          <p:cNvPr id="14" name="直線コネクタ 13"/>
          <p:cNvCxnSpPr/>
          <p:nvPr userDrawn="1"/>
        </p:nvCxnSpPr>
        <p:spPr>
          <a:xfrm>
            <a:off x="911624" y="2693323"/>
            <a:ext cx="5037261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テキスト プレースホルダー 8"/>
          <p:cNvSpPr>
            <a:spLocks noGrp="1"/>
          </p:cNvSpPr>
          <p:nvPr>
            <p:ph type="body" sz="quarter" idx="16" hasCustomPrompt="1"/>
          </p:nvPr>
        </p:nvSpPr>
        <p:spPr>
          <a:xfrm>
            <a:off x="6587777" y="2105047"/>
            <a:ext cx="5037261" cy="635549"/>
          </a:xfrm>
          <a:prstGeom prst="rect">
            <a:avLst/>
          </a:prstGeom>
        </p:spPr>
        <p:txBody>
          <a:bodyPr anchor="b"/>
          <a:lstStyle>
            <a:lvl1pPr algn="l">
              <a:defRPr sz="36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sp>
        <p:nvSpPr>
          <p:cNvPr id="21" name="テキスト プレースホルダー 8"/>
          <p:cNvSpPr>
            <a:spLocks noGrp="1"/>
          </p:cNvSpPr>
          <p:nvPr>
            <p:ph type="body" sz="quarter" idx="17" hasCustomPrompt="1"/>
          </p:nvPr>
        </p:nvSpPr>
        <p:spPr>
          <a:xfrm>
            <a:off x="6580680" y="2791870"/>
            <a:ext cx="5046330" cy="6323101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cxnSp>
        <p:nvCxnSpPr>
          <p:cNvPr id="22" name="直線コネクタ 21"/>
          <p:cNvCxnSpPr/>
          <p:nvPr userDrawn="1"/>
        </p:nvCxnSpPr>
        <p:spPr>
          <a:xfrm>
            <a:off x="6587777" y="2693323"/>
            <a:ext cx="5037261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テキスト プレースホルダー 8"/>
          <p:cNvSpPr>
            <a:spLocks noGrp="1"/>
          </p:cNvSpPr>
          <p:nvPr>
            <p:ph type="body" sz="quarter" idx="19" hasCustomPrompt="1"/>
          </p:nvPr>
        </p:nvSpPr>
        <p:spPr>
          <a:xfrm>
            <a:off x="12271026" y="2105047"/>
            <a:ext cx="5037261" cy="635549"/>
          </a:xfrm>
          <a:prstGeom prst="rect">
            <a:avLst/>
          </a:prstGeom>
        </p:spPr>
        <p:txBody>
          <a:bodyPr anchor="b"/>
          <a:lstStyle>
            <a:lvl1pPr algn="l">
              <a:defRPr sz="36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sp>
        <p:nvSpPr>
          <p:cNvPr id="26" name="テキスト プレースホルダー 8"/>
          <p:cNvSpPr>
            <a:spLocks noGrp="1"/>
          </p:cNvSpPr>
          <p:nvPr>
            <p:ph type="body" sz="quarter" idx="20" hasCustomPrompt="1"/>
          </p:nvPr>
        </p:nvSpPr>
        <p:spPr>
          <a:xfrm>
            <a:off x="12263929" y="2791870"/>
            <a:ext cx="5046330" cy="6323101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cxnSp>
        <p:nvCxnSpPr>
          <p:cNvPr id="27" name="直線コネクタ 26"/>
          <p:cNvCxnSpPr/>
          <p:nvPr userDrawn="1"/>
        </p:nvCxnSpPr>
        <p:spPr>
          <a:xfrm>
            <a:off x="12271026" y="2693323"/>
            <a:ext cx="5037261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06461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484675" y="132353"/>
            <a:ext cx="17646914" cy="770016"/>
          </a:xfrm>
          <a:prstGeom prst="rect">
            <a:avLst/>
          </a:prstGeom>
        </p:spPr>
        <p:txBody>
          <a:bodyPr anchor="t"/>
          <a:lstStyle>
            <a:lvl1pPr>
              <a:defRPr baseline="0">
                <a:latin typeface="+mj-lt"/>
              </a:defRPr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Time and Attendance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DAEF4D36-AE85-49C9-90DE-66D02B25727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484675" y="908365"/>
            <a:ext cx="17646914" cy="4452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0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Clear Sans Light" panose="020B0303030202020304" pitchFamily="34" charset="0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altLang="ja-JP" dirty="0"/>
              <a:t>A brief description here</a:t>
            </a:r>
            <a:endParaRPr lang="en-US" dirty="0"/>
          </a:p>
        </p:txBody>
      </p:sp>
      <p:sp>
        <p:nvSpPr>
          <p:cNvPr id="12" name="テキスト プレースホルダー 8"/>
          <p:cNvSpPr>
            <a:spLocks noGrp="1"/>
          </p:cNvSpPr>
          <p:nvPr>
            <p:ph type="body" sz="quarter" idx="13" hasCustomPrompt="1"/>
          </p:nvPr>
        </p:nvSpPr>
        <p:spPr>
          <a:xfrm>
            <a:off x="911624" y="2105047"/>
            <a:ext cx="7427242" cy="635549"/>
          </a:xfrm>
          <a:prstGeom prst="rect">
            <a:avLst/>
          </a:prstGeom>
        </p:spPr>
        <p:txBody>
          <a:bodyPr anchor="b"/>
          <a:lstStyle>
            <a:lvl1pPr algn="l">
              <a:defRPr sz="36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sp>
        <p:nvSpPr>
          <p:cNvPr id="13" name="テキスト プレースホルダー 8"/>
          <p:cNvSpPr>
            <a:spLocks noGrp="1"/>
          </p:cNvSpPr>
          <p:nvPr>
            <p:ph type="body" sz="quarter" idx="14" hasCustomPrompt="1"/>
          </p:nvPr>
        </p:nvSpPr>
        <p:spPr>
          <a:xfrm>
            <a:off x="904527" y="2791870"/>
            <a:ext cx="7440614" cy="6323101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cxnSp>
        <p:nvCxnSpPr>
          <p:cNvPr id="14" name="直線コネクタ 13"/>
          <p:cNvCxnSpPr/>
          <p:nvPr userDrawn="1"/>
        </p:nvCxnSpPr>
        <p:spPr>
          <a:xfrm>
            <a:off x="911624" y="2693323"/>
            <a:ext cx="7427242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テキスト プレースホルダー 8"/>
          <p:cNvSpPr>
            <a:spLocks noGrp="1"/>
          </p:cNvSpPr>
          <p:nvPr>
            <p:ph type="body" sz="quarter" idx="16" hasCustomPrompt="1"/>
          </p:nvPr>
        </p:nvSpPr>
        <p:spPr>
          <a:xfrm>
            <a:off x="9133967" y="2105047"/>
            <a:ext cx="7427242" cy="635549"/>
          </a:xfrm>
          <a:prstGeom prst="rect">
            <a:avLst/>
          </a:prstGeom>
        </p:spPr>
        <p:txBody>
          <a:bodyPr anchor="b"/>
          <a:lstStyle>
            <a:lvl1pPr marL="0" marR="0" indent="0" algn="l" defTabSz="1371600" rtl="0" eaLnBrk="1" fontAlgn="auto" latinLnBrk="0" hangingPunct="1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sz="36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marL="0" marR="0" lvl="0" indent="0" algn="l" defTabSz="1371600" rtl="0" eaLnBrk="1" fontAlgn="auto" latinLnBrk="0" hangingPunct="1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ja-JP" dirty="0"/>
              <a:t>Text here</a:t>
            </a:r>
            <a:endParaRPr lang="ja-JP" altLang="en-US" dirty="0"/>
          </a:p>
        </p:txBody>
      </p:sp>
      <p:sp>
        <p:nvSpPr>
          <p:cNvPr id="21" name="テキスト プレースホルダー 8"/>
          <p:cNvSpPr>
            <a:spLocks noGrp="1"/>
          </p:cNvSpPr>
          <p:nvPr>
            <p:ph type="body" sz="quarter" idx="17" hasCustomPrompt="1"/>
          </p:nvPr>
        </p:nvSpPr>
        <p:spPr>
          <a:xfrm>
            <a:off x="9126870" y="2791870"/>
            <a:ext cx="7440614" cy="6323101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cxnSp>
        <p:nvCxnSpPr>
          <p:cNvPr id="22" name="直線コネクタ 21"/>
          <p:cNvCxnSpPr/>
          <p:nvPr userDrawn="1"/>
        </p:nvCxnSpPr>
        <p:spPr>
          <a:xfrm>
            <a:off x="9133967" y="2693323"/>
            <a:ext cx="7427242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38811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484675" y="132353"/>
            <a:ext cx="17646914" cy="770016"/>
          </a:xfrm>
          <a:prstGeom prst="rect">
            <a:avLst/>
          </a:prstGeom>
        </p:spPr>
        <p:txBody>
          <a:bodyPr anchor="t"/>
          <a:lstStyle>
            <a:lvl1pPr>
              <a:defRPr baseline="0">
                <a:latin typeface="+mj-lt"/>
              </a:defRPr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Time and Attendance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DAEF4D36-AE85-49C9-90DE-66D02B25727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484675" y="908365"/>
            <a:ext cx="17646914" cy="4452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0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Clear Sans Light" panose="020B0303030202020304" pitchFamily="34" charset="0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altLang="ja-JP" dirty="0"/>
              <a:t>A brief description here</a:t>
            </a:r>
            <a:endParaRPr lang="en-US" dirty="0"/>
          </a:p>
        </p:txBody>
      </p:sp>
      <p:sp>
        <p:nvSpPr>
          <p:cNvPr id="12" name="テキスト プレースホルダー 8"/>
          <p:cNvSpPr>
            <a:spLocks noGrp="1"/>
          </p:cNvSpPr>
          <p:nvPr>
            <p:ph type="body" sz="quarter" idx="13" hasCustomPrompt="1"/>
          </p:nvPr>
        </p:nvSpPr>
        <p:spPr>
          <a:xfrm>
            <a:off x="1463166" y="5994876"/>
            <a:ext cx="6893572" cy="635549"/>
          </a:xfrm>
          <a:prstGeom prst="rect">
            <a:avLst/>
          </a:prstGeom>
        </p:spPr>
        <p:txBody>
          <a:bodyPr anchor="b"/>
          <a:lstStyle>
            <a:lvl1pPr algn="l">
              <a:defRPr sz="36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Caption Here</a:t>
            </a:r>
            <a:endParaRPr lang="ja-JP" altLang="en-US" dirty="0"/>
          </a:p>
        </p:txBody>
      </p:sp>
      <p:sp>
        <p:nvSpPr>
          <p:cNvPr id="13" name="テキスト プレースホルダー 8"/>
          <p:cNvSpPr>
            <a:spLocks noGrp="1"/>
          </p:cNvSpPr>
          <p:nvPr>
            <p:ph type="body" sz="quarter" idx="14" hasCustomPrompt="1"/>
          </p:nvPr>
        </p:nvSpPr>
        <p:spPr>
          <a:xfrm>
            <a:off x="1456069" y="6681699"/>
            <a:ext cx="6905983" cy="2534490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cxnSp>
        <p:nvCxnSpPr>
          <p:cNvPr id="14" name="直線コネクタ 13"/>
          <p:cNvCxnSpPr/>
          <p:nvPr userDrawn="1"/>
        </p:nvCxnSpPr>
        <p:spPr>
          <a:xfrm>
            <a:off x="1463166" y="6583152"/>
            <a:ext cx="6893572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テキスト プレースホルダー 8"/>
          <p:cNvSpPr>
            <a:spLocks noGrp="1"/>
          </p:cNvSpPr>
          <p:nvPr>
            <p:ph type="body" sz="quarter" idx="16" hasCustomPrompt="1"/>
          </p:nvPr>
        </p:nvSpPr>
        <p:spPr>
          <a:xfrm>
            <a:off x="9685509" y="5994876"/>
            <a:ext cx="6893572" cy="635549"/>
          </a:xfrm>
          <a:prstGeom prst="rect">
            <a:avLst/>
          </a:prstGeom>
        </p:spPr>
        <p:txBody>
          <a:bodyPr anchor="b"/>
          <a:lstStyle>
            <a:lvl1pPr algn="l">
              <a:defRPr sz="36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Caption Here</a:t>
            </a:r>
            <a:endParaRPr lang="ja-JP" altLang="en-US" dirty="0"/>
          </a:p>
        </p:txBody>
      </p:sp>
      <p:sp>
        <p:nvSpPr>
          <p:cNvPr id="21" name="テキスト プレースホルダー 8"/>
          <p:cNvSpPr>
            <a:spLocks noGrp="1"/>
          </p:cNvSpPr>
          <p:nvPr>
            <p:ph type="body" sz="quarter" idx="17" hasCustomPrompt="1"/>
          </p:nvPr>
        </p:nvSpPr>
        <p:spPr>
          <a:xfrm>
            <a:off x="9678412" y="6681699"/>
            <a:ext cx="6905983" cy="2534490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cxnSp>
        <p:nvCxnSpPr>
          <p:cNvPr id="22" name="直線コネクタ 21"/>
          <p:cNvCxnSpPr/>
          <p:nvPr userDrawn="1"/>
        </p:nvCxnSpPr>
        <p:spPr>
          <a:xfrm>
            <a:off x="9685509" y="6583152"/>
            <a:ext cx="6893572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図プレースホルダー 8"/>
          <p:cNvSpPr>
            <a:spLocks noGrp="1"/>
          </p:cNvSpPr>
          <p:nvPr>
            <p:ph type="pic" sz="quarter" idx="12" hasCustomPrompt="1"/>
          </p:nvPr>
        </p:nvSpPr>
        <p:spPr>
          <a:xfrm>
            <a:off x="1610338" y="2094204"/>
            <a:ext cx="6746400" cy="3795608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2">
                    <a:lumMod val="50000"/>
                  </a:schemeClr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Add picture here – 16:9</a:t>
            </a:r>
          </a:p>
        </p:txBody>
      </p:sp>
      <p:sp>
        <p:nvSpPr>
          <p:cNvPr id="16" name="正方形/長方形 15"/>
          <p:cNvSpPr/>
          <p:nvPr userDrawn="1"/>
        </p:nvSpPr>
        <p:spPr>
          <a:xfrm>
            <a:off x="1463166" y="2094204"/>
            <a:ext cx="180000" cy="37956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>
              <a:latin typeface="+mj-lt"/>
            </a:endParaRPr>
          </a:p>
        </p:txBody>
      </p:sp>
      <p:sp>
        <p:nvSpPr>
          <p:cNvPr id="17" name="図プレースホルダー 8"/>
          <p:cNvSpPr>
            <a:spLocks noGrp="1"/>
          </p:cNvSpPr>
          <p:nvPr>
            <p:ph type="pic" sz="quarter" idx="18" hasCustomPrompt="1"/>
          </p:nvPr>
        </p:nvSpPr>
        <p:spPr>
          <a:xfrm>
            <a:off x="9825584" y="2095656"/>
            <a:ext cx="6746400" cy="3795608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2">
                    <a:lumMod val="50000"/>
                  </a:schemeClr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Add picture here – 16:9</a:t>
            </a:r>
          </a:p>
        </p:txBody>
      </p:sp>
      <p:sp>
        <p:nvSpPr>
          <p:cNvPr id="18" name="正方形/長方形 17"/>
          <p:cNvSpPr/>
          <p:nvPr userDrawn="1"/>
        </p:nvSpPr>
        <p:spPr>
          <a:xfrm>
            <a:off x="9678412" y="2095656"/>
            <a:ext cx="180000" cy="37956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992719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484675" y="132353"/>
            <a:ext cx="17646914" cy="770016"/>
          </a:xfrm>
          <a:prstGeom prst="rect">
            <a:avLst/>
          </a:prstGeom>
        </p:spPr>
        <p:txBody>
          <a:bodyPr anchor="t"/>
          <a:lstStyle>
            <a:lvl1pPr>
              <a:defRPr baseline="0">
                <a:latin typeface="+mj-lt"/>
              </a:defRPr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Time and Attendance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DAEF4D36-AE85-49C9-90DE-66D02B25727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484675" y="908365"/>
            <a:ext cx="17646914" cy="4452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0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Clear Sans Light" panose="020B0303030202020304" pitchFamily="34" charset="0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altLang="ja-JP" dirty="0"/>
              <a:t>A brief description here</a:t>
            </a:r>
            <a:endParaRPr lang="en-US" dirty="0"/>
          </a:p>
        </p:txBody>
      </p:sp>
      <p:sp>
        <p:nvSpPr>
          <p:cNvPr id="9" name="図プレースホルダー 8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1461675"/>
            <a:ext cx="18289652" cy="4572413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2">
                    <a:lumMod val="50000"/>
                  </a:schemeClr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Add picture here – 1:1</a:t>
            </a:r>
          </a:p>
        </p:txBody>
      </p:sp>
      <p:sp>
        <p:nvSpPr>
          <p:cNvPr id="12" name="テキスト プレースホルダー 8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322834"/>
            <a:ext cx="6481482" cy="635549"/>
          </a:xfrm>
          <a:prstGeom prst="rect">
            <a:avLst/>
          </a:prstGeom>
        </p:spPr>
        <p:txBody>
          <a:bodyPr anchor="b"/>
          <a:lstStyle>
            <a:lvl1pPr algn="r">
              <a:defRPr sz="36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sp>
        <p:nvSpPr>
          <p:cNvPr id="13" name="テキスト プレースホルダー 8"/>
          <p:cNvSpPr>
            <a:spLocks noGrp="1"/>
          </p:cNvSpPr>
          <p:nvPr>
            <p:ph type="body" sz="quarter" idx="14" hasCustomPrompt="1"/>
          </p:nvPr>
        </p:nvSpPr>
        <p:spPr>
          <a:xfrm>
            <a:off x="6618515" y="6322834"/>
            <a:ext cx="11088914" cy="3067909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sp>
        <p:nvSpPr>
          <p:cNvPr id="28" name="正方形/長方形 27"/>
          <p:cNvSpPr/>
          <p:nvPr userDrawn="1"/>
        </p:nvSpPr>
        <p:spPr>
          <a:xfrm>
            <a:off x="-2" y="6958383"/>
            <a:ext cx="6481483" cy="14735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405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280225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-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484675" y="132353"/>
            <a:ext cx="17646914" cy="770016"/>
          </a:xfrm>
          <a:prstGeom prst="rect">
            <a:avLst/>
          </a:prstGeom>
        </p:spPr>
        <p:txBody>
          <a:bodyPr anchor="t"/>
          <a:lstStyle>
            <a:lvl1pPr>
              <a:defRPr baseline="0">
                <a:latin typeface="+mj-lt"/>
              </a:defRPr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Time and Attendance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DAEF4D36-AE85-49C9-90DE-66D02B25727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484675" y="908365"/>
            <a:ext cx="17646914" cy="4452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0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Clear Sans Light" panose="020B0303030202020304" pitchFamily="34" charset="0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altLang="ja-JP" dirty="0"/>
              <a:t>A brief description here</a:t>
            </a:r>
            <a:endParaRPr lang="en-US" dirty="0"/>
          </a:p>
        </p:txBody>
      </p:sp>
      <p:sp>
        <p:nvSpPr>
          <p:cNvPr id="12" name="テキスト プレースホルダー 8"/>
          <p:cNvSpPr>
            <a:spLocks noGrp="1"/>
          </p:cNvSpPr>
          <p:nvPr>
            <p:ph type="body" sz="quarter" idx="13" hasCustomPrompt="1"/>
          </p:nvPr>
        </p:nvSpPr>
        <p:spPr>
          <a:xfrm>
            <a:off x="1463167" y="5994876"/>
            <a:ext cx="3941815" cy="635549"/>
          </a:xfrm>
          <a:prstGeom prst="rect">
            <a:avLst/>
          </a:prstGeom>
        </p:spPr>
        <p:txBody>
          <a:bodyPr anchor="b"/>
          <a:lstStyle>
            <a:lvl1pPr algn="l">
              <a:defRPr sz="36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Caption Here</a:t>
            </a:r>
            <a:endParaRPr lang="ja-JP" altLang="en-US" dirty="0"/>
          </a:p>
        </p:txBody>
      </p:sp>
      <p:sp>
        <p:nvSpPr>
          <p:cNvPr id="13" name="テキスト プレースホルダー 8"/>
          <p:cNvSpPr>
            <a:spLocks noGrp="1"/>
          </p:cNvSpPr>
          <p:nvPr>
            <p:ph type="body" sz="quarter" idx="14" hasCustomPrompt="1"/>
          </p:nvPr>
        </p:nvSpPr>
        <p:spPr>
          <a:xfrm>
            <a:off x="1456070" y="6681699"/>
            <a:ext cx="3948912" cy="2529535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cxnSp>
        <p:nvCxnSpPr>
          <p:cNvPr id="14" name="直線コネクタ 13"/>
          <p:cNvCxnSpPr/>
          <p:nvPr userDrawn="1"/>
        </p:nvCxnSpPr>
        <p:spPr>
          <a:xfrm>
            <a:off x="1463167" y="6583152"/>
            <a:ext cx="3941815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テキスト プレースホルダー 8"/>
          <p:cNvSpPr>
            <a:spLocks noGrp="1"/>
          </p:cNvSpPr>
          <p:nvPr>
            <p:ph type="body" sz="quarter" idx="16" hasCustomPrompt="1"/>
          </p:nvPr>
        </p:nvSpPr>
        <p:spPr>
          <a:xfrm>
            <a:off x="7139320" y="5994876"/>
            <a:ext cx="3941815" cy="635549"/>
          </a:xfrm>
          <a:prstGeom prst="rect">
            <a:avLst/>
          </a:prstGeom>
        </p:spPr>
        <p:txBody>
          <a:bodyPr anchor="b"/>
          <a:lstStyle>
            <a:lvl1pPr algn="l">
              <a:defRPr sz="36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Caption Here</a:t>
            </a:r>
            <a:endParaRPr lang="ja-JP" altLang="en-US" dirty="0"/>
          </a:p>
        </p:txBody>
      </p:sp>
      <p:sp>
        <p:nvSpPr>
          <p:cNvPr id="21" name="テキスト プレースホルダー 8"/>
          <p:cNvSpPr>
            <a:spLocks noGrp="1"/>
          </p:cNvSpPr>
          <p:nvPr>
            <p:ph type="body" sz="quarter" idx="17" hasCustomPrompt="1"/>
          </p:nvPr>
        </p:nvSpPr>
        <p:spPr>
          <a:xfrm>
            <a:off x="7132223" y="6681699"/>
            <a:ext cx="3948912" cy="2529535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cxnSp>
        <p:nvCxnSpPr>
          <p:cNvPr id="22" name="直線コネクタ 21"/>
          <p:cNvCxnSpPr/>
          <p:nvPr userDrawn="1"/>
        </p:nvCxnSpPr>
        <p:spPr>
          <a:xfrm>
            <a:off x="7139320" y="6583152"/>
            <a:ext cx="3941815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テキスト プレースホルダー 8"/>
          <p:cNvSpPr>
            <a:spLocks noGrp="1"/>
          </p:cNvSpPr>
          <p:nvPr>
            <p:ph type="body" sz="quarter" idx="19" hasCustomPrompt="1"/>
          </p:nvPr>
        </p:nvSpPr>
        <p:spPr>
          <a:xfrm>
            <a:off x="12822569" y="5994876"/>
            <a:ext cx="3941815" cy="635549"/>
          </a:xfrm>
          <a:prstGeom prst="rect">
            <a:avLst/>
          </a:prstGeom>
        </p:spPr>
        <p:txBody>
          <a:bodyPr anchor="b"/>
          <a:lstStyle>
            <a:lvl1pPr algn="l">
              <a:defRPr sz="36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Caption Here</a:t>
            </a:r>
            <a:endParaRPr lang="ja-JP" altLang="en-US" dirty="0"/>
          </a:p>
        </p:txBody>
      </p:sp>
      <p:sp>
        <p:nvSpPr>
          <p:cNvPr id="26" name="テキスト プレースホルダー 8"/>
          <p:cNvSpPr>
            <a:spLocks noGrp="1"/>
          </p:cNvSpPr>
          <p:nvPr>
            <p:ph type="body" sz="quarter" idx="20" hasCustomPrompt="1"/>
          </p:nvPr>
        </p:nvSpPr>
        <p:spPr>
          <a:xfrm>
            <a:off x="12815472" y="6681699"/>
            <a:ext cx="3948912" cy="2529535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cxnSp>
        <p:nvCxnSpPr>
          <p:cNvPr id="27" name="直線コネクタ 26"/>
          <p:cNvCxnSpPr/>
          <p:nvPr userDrawn="1"/>
        </p:nvCxnSpPr>
        <p:spPr>
          <a:xfrm>
            <a:off x="12822569" y="6583152"/>
            <a:ext cx="3941815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グラフ プレースホルダー 6"/>
          <p:cNvSpPr>
            <a:spLocks noGrp="1"/>
          </p:cNvSpPr>
          <p:nvPr>
            <p:ph type="chart" sz="quarter" idx="21" hasCustomPrompt="1"/>
          </p:nvPr>
        </p:nvSpPr>
        <p:spPr>
          <a:xfrm>
            <a:off x="1463675" y="1927449"/>
            <a:ext cx="3965349" cy="396534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Add Graph Here</a:t>
            </a:r>
          </a:p>
        </p:txBody>
      </p:sp>
      <p:sp>
        <p:nvSpPr>
          <p:cNvPr id="28" name="グラフ プレースホルダー 6"/>
          <p:cNvSpPr>
            <a:spLocks noGrp="1"/>
          </p:cNvSpPr>
          <p:nvPr>
            <p:ph type="chart" sz="quarter" idx="22" hasCustomPrompt="1"/>
          </p:nvPr>
        </p:nvSpPr>
        <p:spPr>
          <a:xfrm>
            <a:off x="7115786" y="1927449"/>
            <a:ext cx="3965349" cy="3965348"/>
          </a:xfrm>
          <a:prstGeom prst="rect">
            <a:avLst/>
          </a:prstGeom>
        </p:spPr>
        <p:txBody>
          <a:bodyPr/>
          <a:lstStyle>
            <a:lvl1pPr marL="0" marR="0" indent="0" algn="l" defTabSz="1371600" rtl="0" eaLnBrk="1" fontAlgn="auto" latinLnBrk="0" hangingPunct="1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>
                <a:solidFill>
                  <a:schemeClr val="bg2">
                    <a:lumMod val="50000"/>
                  </a:schemeClr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Add Graph Here</a:t>
            </a:r>
          </a:p>
          <a:p>
            <a:endParaRPr lang="en-US" dirty="0"/>
          </a:p>
        </p:txBody>
      </p:sp>
      <p:sp>
        <p:nvSpPr>
          <p:cNvPr id="29" name="グラフ プレースホルダー 6"/>
          <p:cNvSpPr>
            <a:spLocks noGrp="1"/>
          </p:cNvSpPr>
          <p:nvPr>
            <p:ph type="chart" sz="quarter" idx="23" hasCustomPrompt="1"/>
          </p:nvPr>
        </p:nvSpPr>
        <p:spPr>
          <a:xfrm>
            <a:off x="12822569" y="1924689"/>
            <a:ext cx="3965349" cy="3965348"/>
          </a:xfrm>
          <a:prstGeom prst="rect">
            <a:avLst/>
          </a:prstGeom>
        </p:spPr>
        <p:txBody>
          <a:bodyPr/>
          <a:lstStyle>
            <a:lvl1pPr marL="0" marR="0" indent="0" algn="l" defTabSz="1371600" rtl="0" eaLnBrk="1" fontAlgn="auto" latinLnBrk="0" hangingPunct="1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>
                <a:solidFill>
                  <a:schemeClr val="bg2">
                    <a:lumMod val="50000"/>
                  </a:schemeClr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Add Graph Here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066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olumns -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484675" y="132353"/>
            <a:ext cx="17646914" cy="770016"/>
          </a:xfrm>
          <a:prstGeom prst="rect">
            <a:avLst/>
          </a:prstGeom>
        </p:spPr>
        <p:txBody>
          <a:bodyPr anchor="t"/>
          <a:lstStyle>
            <a:lvl1pPr>
              <a:defRPr baseline="0">
                <a:latin typeface="+mj-lt"/>
              </a:defRPr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Time and Attendance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DAEF4D36-AE85-49C9-90DE-66D02B25727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484675" y="908365"/>
            <a:ext cx="17646914" cy="4452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0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Clear Sans Light" panose="020B0303030202020304" pitchFamily="34" charset="0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altLang="ja-JP" dirty="0"/>
              <a:t>A brief description here</a:t>
            </a:r>
            <a:endParaRPr lang="en-US" dirty="0"/>
          </a:p>
        </p:txBody>
      </p:sp>
      <p:sp>
        <p:nvSpPr>
          <p:cNvPr id="12" name="テキスト プレースホルダー 8"/>
          <p:cNvSpPr>
            <a:spLocks noGrp="1"/>
          </p:cNvSpPr>
          <p:nvPr>
            <p:ph type="body" sz="quarter" idx="13" hasCustomPrompt="1"/>
          </p:nvPr>
        </p:nvSpPr>
        <p:spPr>
          <a:xfrm>
            <a:off x="9067502" y="2862602"/>
            <a:ext cx="8318843" cy="635549"/>
          </a:xfrm>
          <a:prstGeom prst="rect">
            <a:avLst/>
          </a:prstGeom>
        </p:spPr>
        <p:txBody>
          <a:bodyPr anchor="b"/>
          <a:lstStyle>
            <a:lvl1pPr algn="l">
              <a:defRPr sz="36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sp>
        <p:nvSpPr>
          <p:cNvPr id="13" name="テキスト プレースホルダー 8"/>
          <p:cNvSpPr>
            <a:spLocks noGrp="1"/>
          </p:cNvSpPr>
          <p:nvPr>
            <p:ph type="body" sz="quarter" idx="14" hasCustomPrompt="1"/>
          </p:nvPr>
        </p:nvSpPr>
        <p:spPr>
          <a:xfrm>
            <a:off x="9060404" y="3549425"/>
            <a:ext cx="8333821" cy="4541845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cxnSp>
        <p:nvCxnSpPr>
          <p:cNvPr id="14" name="直線コネクタ 13"/>
          <p:cNvCxnSpPr/>
          <p:nvPr userDrawn="1"/>
        </p:nvCxnSpPr>
        <p:spPr>
          <a:xfrm>
            <a:off x="9067502" y="3450878"/>
            <a:ext cx="8318843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グラフ プレースホルダー 6"/>
          <p:cNvSpPr>
            <a:spLocks noGrp="1"/>
          </p:cNvSpPr>
          <p:nvPr>
            <p:ph type="chart" sz="quarter" idx="21" hasCustomPrompt="1"/>
          </p:nvPr>
        </p:nvSpPr>
        <p:spPr>
          <a:xfrm>
            <a:off x="796950" y="2862602"/>
            <a:ext cx="8127999" cy="52286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Add Graph Here</a:t>
            </a:r>
          </a:p>
        </p:txBody>
      </p:sp>
    </p:spTree>
    <p:extLst>
      <p:ext uri="{BB962C8B-B14F-4D97-AF65-F5344CB8AC3E}">
        <p14:creationId xmlns:p14="http://schemas.microsoft.com/office/powerpoint/2010/main" val="417696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4">
            <a:lumMod val="20000"/>
            <a:lumOff val="80000"/>
            <a:alpha val="4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5637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7" r:id="rId3"/>
    <p:sldLayoutId id="2147483668" r:id="rId4"/>
    <p:sldLayoutId id="2147483669" r:id="rId5"/>
  </p:sldLayoutIdLst>
  <p:hf sldNum="0" hdr="0" dt="0"/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4200" kern="1200">
          <a:solidFill>
            <a:schemeClr val="tx1"/>
          </a:solidFill>
          <a:latin typeface="Aller Light" panose="02000503000000020004" pitchFamily="2" charset="0"/>
          <a:ea typeface="A-OTF Shin Go Pro L" panose="020B0300000000000000" pitchFamily="34" charset="-128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Wingdings" panose="05000000000000000000" pitchFamily="2" charset="2"/>
        <a:buChar char=""/>
        <a:defRPr sz="2700" kern="1200">
          <a:solidFill>
            <a:schemeClr val="tx1"/>
          </a:solidFill>
          <a:latin typeface="Aller Light" panose="02000503000000020004" pitchFamily="2" charset="0"/>
          <a:ea typeface="A-OTF Shin Go Pro L" panose="020B0300000000000000" pitchFamily="34" charset="-128"/>
          <a:cs typeface="+mn-cs"/>
        </a:defRPr>
      </a:lvl1pPr>
      <a:lvl2pPr marL="685800" indent="-342900" algn="l" defTabSz="1371600" rtl="0" eaLnBrk="1" latinLnBrk="0" hangingPunct="1">
        <a:lnSpc>
          <a:spcPct val="90000"/>
        </a:lnSpc>
        <a:spcBef>
          <a:spcPts val="750"/>
        </a:spcBef>
        <a:buFont typeface="Wingdings" panose="05000000000000000000" pitchFamily="2" charset="2"/>
        <a:buChar char=""/>
        <a:defRPr sz="2400" kern="1200">
          <a:solidFill>
            <a:schemeClr val="tx1"/>
          </a:solidFill>
          <a:latin typeface="Aller Light" panose="02000503000000020004" pitchFamily="2" charset="0"/>
          <a:ea typeface="A-OTF Shin Go Pro L" panose="020B0300000000000000" pitchFamily="34" charset="-128"/>
          <a:cs typeface="+mn-cs"/>
        </a:defRPr>
      </a:lvl2pPr>
      <a:lvl3pPr marL="1097280" indent="-342900" algn="l" defTabSz="1371600" rtl="0" eaLnBrk="1" latinLnBrk="0" hangingPunct="1">
        <a:lnSpc>
          <a:spcPct val="90000"/>
        </a:lnSpc>
        <a:spcBef>
          <a:spcPts val="900"/>
        </a:spcBef>
        <a:buFont typeface="Wingdings" panose="05000000000000000000" pitchFamily="2" charset="2"/>
        <a:buChar char=""/>
        <a:defRPr sz="2400" kern="1200">
          <a:solidFill>
            <a:schemeClr val="tx1"/>
          </a:solidFill>
          <a:latin typeface="Aller Light" panose="02000503000000020004" pitchFamily="2" charset="0"/>
          <a:ea typeface="A-OTF Shin Go Pro L" panose="020B0300000000000000" pitchFamily="34" charset="-128"/>
          <a:cs typeface="+mn-cs"/>
        </a:defRPr>
      </a:lvl3pPr>
      <a:lvl4pPr marL="1508760" indent="-342900" algn="l" defTabSz="1371600" rtl="0" eaLnBrk="1" latinLnBrk="0" hangingPunct="1">
        <a:lnSpc>
          <a:spcPct val="90000"/>
        </a:lnSpc>
        <a:spcBef>
          <a:spcPts val="900"/>
        </a:spcBef>
        <a:buFont typeface="Wingdings" panose="05000000000000000000" pitchFamily="2" charset="2"/>
        <a:buChar char=""/>
        <a:defRPr sz="2100" kern="1200">
          <a:solidFill>
            <a:schemeClr val="tx1"/>
          </a:solidFill>
          <a:latin typeface="Aller Light" panose="02000503000000020004" pitchFamily="2" charset="0"/>
          <a:ea typeface="A-OTF Shin Go Pro L" panose="020B0300000000000000" pitchFamily="34" charset="-128"/>
          <a:cs typeface="+mn-cs"/>
        </a:defRPr>
      </a:lvl4pPr>
      <a:lvl5pPr marL="1920240" indent="-342900" algn="l" defTabSz="1371600" rtl="0" eaLnBrk="1" latinLnBrk="0" hangingPunct="1">
        <a:lnSpc>
          <a:spcPct val="90000"/>
        </a:lnSpc>
        <a:spcBef>
          <a:spcPts val="900"/>
        </a:spcBef>
        <a:buFont typeface="Wingdings" panose="05000000000000000000" pitchFamily="2" charset="2"/>
        <a:buChar char=""/>
        <a:defRPr sz="2100" kern="1200">
          <a:solidFill>
            <a:schemeClr val="tx1"/>
          </a:solidFill>
          <a:latin typeface="Aller Light" panose="02000503000000020004" pitchFamily="2" charset="0"/>
          <a:ea typeface="A-OTF Shin Go Pro L" panose="020B0300000000000000" pitchFamily="34" charset="-128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4">
            <a:lumMod val="20000"/>
            <a:lumOff val="80000"/>
            <a:alpha val="4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方形/長方形 14"/>
          <p:cNvSpPr/>
          <p:nvPr userDrawn="1"/>
        </p:nvSpPr>
        <p:spPr>
          <a:xfrm>
            <a:off x="0" y="9721516"/>
            <a:ext cx="18288000" cy="56548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/>
          </a:p>
        </p:txBody>
      </p:sp>
      <p:sp>
        <p:nvSpPr>
          <p:cNvPr id="16" name="正方形/長方形 15"/>
          <p:cNvSpPr/>
          <p:nvPr userDrawn="1"/>
        </p:nvSpPr>
        <p:spPr>
          <a:xfrm>
            <a:off x="13018168" y="9721516"/>
            <a:ext cx="5269832" cy="56548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/>
          </a:p>
        </p:txBody>
      </p:sp>
      <p:sp>
        <p:nvSpPr>
          <p:cNvPr id="2" name="正方形/長方形 1"/>
          <p:cNvSpPr/>
          <p:nvPr userDrawn="1"/>
        </p:nvSpPr>
        <p:spPr>
          <a:xfrm>
            <a:off x="0" y="0"/>
            <a:ext cx="18288000" cy="146263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/>
          </a:p>
        </p:txBody>
      </p:sp>
      <p:sp>
        <p:nvSpPr>
          <p:cNvPr id="3" name="正方形/長方形 2"/>
          <p:cNvSpPr/>
          <p:nvPr userDrawn="1"/>
        </p:nvSpPr>
        <p:spPr>
          <a:xfrm>
            <a:off x="1" y="0"/>
            <a:ext cx="388418" cy="146263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/>
          </a:p>
        </p:txBody>
      </p:sp>
      <p:sp>
        <p:nvSpPr>
          <p:cNvPr id="10" name="フッター プレースホルダー 9"/>
          <p:cNvSpPr>
            <a:spLocks noGrp="1"/>
          </p:cNvSpPr>
          <p:nvPr>
            <p:ph type="ftr" sz="quarter" idx="3"/>
          </p:nvPr>
        </p:nvSpPr>
        <p:spPr>
          <a:xfrm>
            <a:off x="12115800" y="972151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>
                    <a:lumMod val="95000"/>
                  </a:schemeClr>
                </a:solidFill>
                <a:latin typeface="Bebas Neue Bold" panose="020B0606020202050201" pitchFamily="34" charset="0"/>
              </a:defRPr>
            </a:lvl1pPr>
          </a:lstStyle>
          <a:p>
            <a:r>
              <a:rPr lang="en-US"/>
              <a:t>Time and Attendance</a:t>
            </a:r>
            <a:endParaRPr lang="en-US" dirty="0"/>
          </a:p>
        </p:txBody>
      </p:sp>
      <p:sp>
        <p:nvSpPr>
          <p:cNvPr id="11" name="スライド番号プレースホルダー 10"/>
          <p:cNvSpPr>
            <a:spLocks noGrp="1"/>
          </p:cNvSpPr>
          <p:nvPr>
            <p:ph type="sldNum" sz="quarter" idx="4"/>
          </p:nvPr>
        </p:nvSpPr>
        <p:spPr>
          <a:xfrm>
            <a:off x="14173200" y="0"/>
            <a:ext cx="4114800" cy="16135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0">
                <a:solidFill>
                  <a:schemeClr val="tx1">
                    <a:lumMod val="65000"/>
                    <a:lumOff val="35000"/>
                  </a:schemeClr>
                </a:solidFill>
                <a:latin typeface="Bebas Neue Bold" panose="020B0606020202050201" pitchFamily="34" charset="0"/>
              </a:defRPr>
            </a:lvl1pPr>
          </a:lstStyle>
          <a:p>
            <a:fld id="{DAEF4D36-AE85-49C9-90DE-66D02B25727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252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71" r:id="rId7"/>
    <p:sldLayoutId id="2147483676" r:id="rId8"/>
    <p:sldLayoutId id="2147483677" r:id="rId9"/>
    <p:sldLayoutId id="2147483670" r:id="rId10"/>
    <p:sldLayoutId id="2147483674" r:id="rId11"/>
    <p:sldLayoutId id="2147483675" r:id="rId12"/>
  </p:sldLayoutIdLst>
  <p:hf sldNum="0" hdr="0" dt="0"/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000" kern="1200" baseline="0">
          <a:solidFill>
            <a:schemeClr val="bg1">
              <a:lumMod val="95000"/>
            </a:schemeClr>
          </a:solidFill>
          <a:latin typeface="Bebas Neue Bold" panose="020B0606020202050201" pitchFamily="34" charset="0"/>
          <a:ea typeface="A-OTF Shin Go Pro L" panose="020B0300000000000000" pitchFamily="34" charset="-128"/>
          <a:cs typeface="+mj-cs"/>
        </a:defRPr>
      </a:lvl1pPr>
    </p:titleStyle>
    <p:bodyStyle>
      <a:lvl1pPr marL="0" indent="0" algn="l" defTabSz="1371600" rtl="0" eaLnBrk="1" latinLnBrk="0" hangingPunct="1">
        <a:lnSpc>
          <a:spcPct val="90000"/>
        </a:lnSpc>
        <a:spcBef>
          <a:spcPts val="1500"/>
        </a:spcBef>
        <a:buFont typeface="Wingdings" panose="05000000000000000000" pitchFamily="2" charset="2"/>
        <a:buNone/>
        <a:defRPr sz="2700" kern="1200">
          <a:solidFill>
            <a:schemeClr val="tx1"/>
          </a:solidFill>
          <a:latin typeface="Aller Light" panose="02000503000000020004" pitchFamily="2" charset="0"/>
          <a:ea typeface="A-OTF Shin Go Pro L" panose="020B0300000000000000" pitchFamily="34" charset="-128"/>
          <a:cs typeface="+mn-cs"/>
        </a:defRPr>
      </a:lvl1pPr>
      <a:lvl2pPr marL="685800" indent="-342900" algn="l" defTabSz="1371600" rtl="0" eaLnBrk="1" latinLnBrk="0" hangingPunct="1">
        <a:lnSpc>
          <a:spcPct val="90000"/>
        </a:lnSpc>
        <a:spcBef>
          <a:spcPts val="750"/>
        </a:spcBef>
        <a:buFont typeface="Wingdings" panose="05000000000000000000" pitchFamily="2" charset="2"/>
        <a:buChar char=""/>
        <a:defRPr sz="2400" kern="1200">
          <a:solidFill>
            <a:schemeClr val="tx1"/>
          </a:solidFill>
          <a:latin typeface="Aller Light" panose="02000503000000020004" pitchFamily="2" charset="0"/>
          <a:ea typeface="A-OTF Shin Go Pro L" panose="020B0300000000000000" pitchFamily="34" charset="-128"/>
          <a:cs typeface="+mn-cs"/>
        </a:defRPr>
      </a:lvl2pPr>
      <a:lvl3pPr marL="1097280" indent="-342900" algn="l" defTabSz="1371600" rtl="0" eaLnBrk="1" latinLnBrk="0" hangingPunct="1">
        <a:lnSpc>
          <a:spcPct val="90000"/>
        </a:lnSpc>
        <a:spcBef>
          <a:spcPts val="900"/>
        </a:spcBef>
        <a:buFont typeface="Wingdings" panose="05000000000000000000" pitchFamily="2" charset="2"/>
        <a:buChar char=""/>
        <a:defRPr sz="2400" kern="1200">
          <a:solidFill>
            <a:schemeClr val="tx1"/>
          </a:solidFill>
          <a:latin typeface="Aller Light" panose="02000503000000020004" pitchFamily="2" charset="0"/>
          <a:ea typeface="A-OTF Shin Go Pro L" panose="020B0300000000000000" pitchFamily="34" charset="-128"/>
          <a:cs typeface="+mn-cs"/>
        </a:defRPr>
      </a:lvl3pPr>
      <a:lvl4pPr marL="1508760" indent="-342900" algn="l" defTabSz="1371600" rtl="0" eaLnBrk="1" latinLnBrk="0" hangingPunct="1">
        <a:lnSpc>
          <a:spcPct val="90000"/>
        </a:lnSpc>
        <a:spcBef>
          <a:spcPts val="900"/>
        </a:spcBef>
        <a:buFont typeface="Wingdings" panose="05000000000000000000" pitchFamily="2" charset="2"/>
        <a:buChar char=""/>
        <a:defRPr sz="2100" kern="1200">
          <a:solidFill>
            <a:schemeClr val="tx1"/>
          </a:solidFill>
          <a:latin typeface="Aller Light" panose="02000503000000020004" pitchFamily="2" charset="0"/>
          <a:ea typeface="A-OTF Shin Go Pro L" panose="020B0300000000000000" pitchFamily="34" charset="-128"/>
          <a:cs typeface="+mn-cs"/>
        </a:defRPr>
      </a:lvl4pPr>
      <a:lvl5pPr marL="1920240" indent="-342900" algn="l" defTabSz="1371600" rtl="0" eaLnBrk="1" latinLnBrk="0" hangingPunct="1">
        <a:lnSpc>
          <a:spcPct val="90000"/>
        </a:lnSpc>
        <a:spcBef>
          <a:spcPts val="900"/>
        </a:spcBef>
        <a:buFont typeface="Wingdings" panose="05000000000000000000" pitchFamily="2" charset="2"/>
        <a:buChar char=""/>
        <a:defRPr sz="2100" kern="1200">
          <a:solidFill>
            <a:schemeClr val="tx1"/>
          </a:solidFill>
          <a:latin typeface="Aller Light" panose="02000503000000020004" pitchFamily="2" charset="0"/>
          <a:ea typeface="A-OTF Shin Go Pro L" panose="020B0300000000000000" pitchFamily="34" charset="-128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18636-9983-629C-2A29-58E7E36B1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666445D1-2EBA-B73B-4923-C64D0310C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75" y="1618757"/>
            <a:ext cx="5947298" cy="7872989"/>
          </a:xfrm>
          <a:prstGeom prst="rect">
            <a:avLst/>
          </a:prstGeom>
        </p:spPr>
      </p:pic>
      <p:sp>
        <p:nvSpPr>
          <p:cNvPr id="8" name="タイトル 7">
            <a:extLst>
              <a:ext uri="{FF2B5EF4-FFF2-40B4-BE49-F238E27FC236}">
                <a16:creationId xmlns:a16="http://schemas.microsoft.com/office/drawing/2014/main" id="{C38115A8-8CE1-AC6D-15A8-B72756F77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775" y="348253"/>
            <a:ext cx="17646914" cy="770016"/>
          </a:xfrm>
        </p:spPr>
        <p:txBody>
          <a:bodyPr/>
          <a:lstStyle/>
          <a:p>
            <a:r>
              <a:rPr lang="en-US" altLang="ja-JP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8.</a:t>
            </a:r>
            <a:endParaRPr lang="ja-JP" altLang="en-US" dirty="0">
              <a:solidFill>
                <a:schemeClr val="bg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ED64949-BF31-4068-82F3-927498FD1A7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Prime Study 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第</a:t>
            </a:r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3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回</a:t>
            </a:r>
            <a:endParaRPr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BEA0208F-0EE3-0A4F-E6EA-297A2CF27C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6043245"/>
              </p:ext>
            </p:extLst>
          </p:nvPr>
        </p:nvGraphicFramePr>
        <p:xfrm>
          <a:off x="5666508" y="2687780"/>
          <a:ext cx="12219708" cy="6367032"/>
        </p:xfrm>
        <a:graphic>
          <a:graphicData uri="http://schemas.openxmlformats.org/drawingml/2006/table">
            <a:tbl>
              <a:tblPr firstRow="1">
                <a:tableStyleId>{10A1B5D5-9B99-4C35-A422-299274C87663}</a:tableStyleId>
              </a:tblPr>
              <a:tblGrid>
                <a:gridCol w="2036618">
                  <a:extLst>
                    <a:ext uri="{9D8B030D-6E8A-4147-A177-3AD203B41FA5}">
                      <a16:colId xmlns:a16="http://schemas.microsoft.com/office/drawing/2014/main" val="4214793532"/>
                    </a:ext>
                  </a:extLst>
                </a:gridCol>
                <a:gridCol w="2036618">
                  <a:extLst>
                    <a:ext uri="{9D8B030D-6E8A-4147-A177-3AD203B41FA5}">
                      <a16:colId xmlns:a16="http://schemas.microsoft.com/office/drawing/2014/main" val="666696050"/>
                    </a:ext>
                  </a:extLst>
                </a:gridCol>
                <a:gridCol w="2036618">
                  <a:extLst>
                    <a:ext uri="{9D8B030D-6E8A-4147-A177-3AD203B41FA5}">
                      <a16:colId xmlns:a16="http://schemas.microsoft.com/office/drawing/2014/main" val="738821851"/>
                    </a:ext>
                  </a:extLst>
                </a:gridCol>
                <a:gridCol w="2036618">
                  <a:extLst>
                    <a:ext uri="{9D8B030D-6E8A-4147-A177-3AD203B41FA5}">
                      <a16:colId xmlns:a16="http://schemas.microsoft.com/office/drawing/2014/main" val="758651458"/>
                    </a:ext>
                  </a:extLst>
                </a:gridCol>
                <a:gridCol w="2036618">
                  <a:extLst>
                    <a:ext uri="{9D8B030D-6E8A-4147-A177-3AD203B41FA5}">
                      <a16:colId xmlns:a16="http://schemas.microsoft.com/office/drawing/2014/main" val="4207639453"/>
                    </a:ext>
                  </a:extLst>
                </a:gridCol>
                <a:gridCol w="2036618">
                  <a:extLst>
                    <a:ext uri="{9D8B030D-6E8A-4147-A177-3AD203B41FA5}">
                      <a16:colId xmlns:a16="http://schemas.microsoft.com/office/drawing/2014/main" val="893831017"/>
                    </a:ext>
                  </a:extLst>
                </a:gridCol>
              </a:tblGrid>
              <a:tr h="15378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3200" dirty="0">
                          <a:latin typeface="+mj-lt"/>
                        </a:rPr>
                        <a:t>繰り返し回数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latin typeface="+mj-lt"/>
                        </a:rPr>
                        <a:t>a </a:t>
                      </a:r>
                      <a:r>
                        <a:rPr lang="ja-JP" altLang="en-US" sz="3200" dirty="0">
                          <a:latin typeface="+mj-lt"/>
                        </a:rPr>
                        <a:t>の値 </a:t>
                      </a:r>
                      <a:r>
                        <a:rPr lang="en-US" altLang="ja-JP" sz="3200" dirty="0">
                          <a:latin typeface="+mj-lt"/>
                        </a:rPr>
                        <a:t>(</a:t>
                      </a:r>
                      <a:r>
                        <a:rPr lang="ja-JP" altLang="en-US" sz="3200" dirty="0">
                          <a:latin typeface="+mj-lt"/>
                        </a:rPr>
                        <a:t>開始時</a:t>
                      </a:r>
                      <a:r>
                        <a:rPr lang="en-US" altLang="ja-JP" sz="3200" dirty="0">
                          <a:latin typeface="+mj-lt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latin typeface="+mj-lt"/>
                        </a:rPr>
                        <a:t>b </a:t>
                      </a:r>
                      <a:r>
                        <a:rPr lang="ja-JP" altLang="en-US" sz="3200" dirty="0">
                          <a:latin typeface="+mj-lt"/>
                        </a:rPr>
                        <a:t>の値 </a:t>
                      </a:r>
                      <a:r>
                        <a:rPr lang="en-US" altLang="ja-JP" sz="3200" dirty="0">
                          <a:latin typeface="+mj-lt"/>
                        </a:rPr>
                        <a:t>(</a:t>
                      </a:r>
                      <a:r>
                        <a:rPr lang="ja-JP" altLang="en-US" sz="3200" dirty="0">
                          <a:latin typeface="+mj-lt"/>
                        </a:rPr>
                        <a:t>開始時</a:t>
                      </a:r>
                      <a:r>
                        <a:rPr lang="en-US" altLang="ja-JP" sz="3200" dirty="0">
                          <a:latin typeface="+mj-lt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3200" dirty="0">
                          <a:latin typeface="+mj-lt"/>
                        </a:rPr>
                        <a:t>出力</a:t>
                      </a:r>
                      <a:endParaRPr lang="en-US" altLang="ja-JP" sz="3200" dirty="0">
                        <a:latin typeface="+mj-lt"/>
                      </a:endParaRPr>
                    </a:p>
                    <a:p>
                      <a:pPr algn="ctr">
                        <a:buNone/>
                      </a:pPr>
                      <a:r>
                        <a:rPr lang="ja-JP" altLang="en-US" sz="3200" dirty="0">
                          <a:latin typeface="+mj-lt"/>
                        </a:rPr>
                        <a:t>される値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latin typeface="+mj-lt"/>
                        </a:rPr>
                        <a:t>a -= 2 </a:t>
                      </a:r>
                      <a:r>
                        <a:rPr lang="ja-JP" altLang="en-US" sz="3200" dirty="0">
                          <a:latin typeface="+mj-lt"/>
                        </a:rPr>
                        <a:t>後の </a:t>
                      </a:r>
                      <a:r>
                        <a:rPr lang="en-US" sz="3200" dirty="0">
                          <a:latin typeface="+mj-lt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latin typeface="+mj-lt"/>
                        </a:rPr>
                        <a:t>b -= a </a:t>
                      </a:r>
                      <a:r>
                        <a:rPr lang="ja-JP" altLang="en-US" sz="3200" dirty="0">
                          <a:latin typeface="+mj-lt"/>
                        </a:rPr>
                        <a:t>後の </a:t>
                      </a:r>
                      <a:r>
                        <a:rPr lang="en-US" sz="3200" dirty="0">
                          <a:latin typeface="+mj-lt"/>
                        </a:rPr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853462"/>
                  </a:ext>
                </a:extLst>
              </a:tr>
              <a:tr h="12072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3200" dirty="0">
                          <a:latin typeface="+mj-lt"/>
                        </a:rPr>
                        <a:t>1</a:t>
                      </a:r>
                      <a:r>
                        <a:rPr lang="ja-JP" altLang="en-US" sz="3200" dirty="0">
                          <a:latin typeface="+mj-lt"/>
                        </a:rPr>
                        <a:t>回目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3200" dirty="0">
                          <a:latin typeface="+mj-lt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3200">
                          <a:latin typeface="+mj-lt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3200">
                          <a:latin typeface="+mj-lt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3200">
                          <a:latin typeface="+mj-lt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3200">
                          <a:latin typeface="+mj-lt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415063"/>
                  </a:ext>
                </a:extLst>
              </a:tr>
              <a:tr h="12072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3200" dirty="0">
                          <a:latin typeface="+mj-lt"/>
                        </a:rPr>
                        <a:t>2</a:t>
                      </a:r>
                      <a:r>
                        <a:rPr lang="ja-JP" altLang="en-US" sz="3200" dirty="0">
                          <a:latin typeface="+mj-lt"/>
                        </a:rPr>
                        <a:t>回目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3200" dirty="0">
                          <a:latin typeface="+mj-lt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3200">
                          <a:latin typeface="+mj-lt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3200">
                          <a:latin typeface="+mj-lt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3200">
                          <a:latin typeface="+mj-lt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3200"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3635756"/>
                  </a:ext>
                </a:extLst>
              </a:tr>
              <a:tr h="12072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3200">
                          <a:latin typeface="+mj-lt"/>
                        </a:rPr>
                        <a:t>3</a:t>
                      </a:r>
                      <a:r>
                        <a:rPr lang="ja-JP" altLang="en-US" sz="3200">
                          <a:latin typeface="+mj-lt"/>
                        </a:rPr>
                        <a:t>回目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3200" dirty="0">
                          <a:latin typeface="+mj-lt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3200" dirty="0"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3200" dirty="0"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3200" dirty="0"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3200">
                          <a:latin typeface="+mj-lt"/>
                        </a:rPr>
                        <a:t>-2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0968104"/>
                  </a:ext>
                </a:extLst>
              </a:tr>
              <a:tr h="12072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3200">
                          <a:latin typeface="+mj-lt"/>
                        </a:rPr>
                        <a:t>4</a:t>
                      </a:r>
                      <a:r>
                        <a:rPr lang="ja-JP" altLang="en-US" sz="3200">
                          <a:latin typeface="+mj-lt"/>
                        </a:rPr>
                        <a:t>回目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3200"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3200">
                          <a:latin typeface="+mj-lt"/>
                        </a:rPr>
                        <a:t>-2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3200" dirty="0">
                          <a:latin typeface="+mj-lt"/>
                        </a:rPr>
                        <a:t>-2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3200" dirty="0"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3200" dirty="0">
                          <a:latin typeface="+mj-lt"/>
                        </a:rPr>
                        <a:t>-2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6967275"/>
                  </a:ext>
                </a:extLst>
              </a:tr>
            </a:tbl>
          </a:graphicData>
        </a:graphic>
      </p:graphicFrame>
      <p:sp>
        <p:nvSpPr>
          <p:cNvPr id="6" name="楕円 5">
            <a:extLst>
              <a:ext uri="{FF2B5EF4-FFF2-40B4-BE49-F238E27FC236}">
                <a16:creationId xmlns:a16="http://schemas.microsoft.com/office/drawing/2014/main" id="{BBCF2A77-9C27-A6BD-4159-0F2B510D6093}"/>
              </a:ext>
            </a:extLst>
          </p:cNvPr>
          <p:cNvSpPr/>
          <p:nvPr/>
        </p:nvSpPr>
        <p:spPr>
          <a:xfrm>
            <a:off x="984828" y="5031965"/>
            <a:ext cx="387927" cy="38792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</p:spTree>
    <p:extLst>
      <p:ext uri="{BB962C8B-B14F-4D97-AF65-F5344CB8AC3E}">
        <p14:creationId xmlns:p14="http://schemas.microsoft.com/office/powerpoint/2010/main" val="3926654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6C890-6162-2BE5-0539-B686A4D59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図 13">
            <a:extLst>
              <a:ext uri="{FF2B5EF4-FFF2-40B4-BE49-F238E27FC236}">
                <a16:creationId xmlns:a16="http://schemas.microsoft.com/office/drawing/2014/main" id="{D7315C2E-4AA4-6D20-07A0-65F66F26F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658" y="1504570"/>
            <a:ext cx="5413524" cy="8164984"/>
          </a:xfrm>
          <a:prstGeom prst="rect">
            <a:avLst/>
          </a:prstGeom>
        </p:spPr>
      </p:pic>
      <p:sp>
        <p:nvSpPr>
          <p:cNvPr id="8" name="タイトル 7">
            <a:extLst>
              <a:ext uri="{FF2B5EF4-FFF2-40B4-BE49-F238E27FC236}">
                <a16:creationId xmlns:a16="http://schemas.microsoft.com/office/drawing/2014/main" id="{E94F6A3B-628F-BA70-295E-DE3B53919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775" y="348253"/>
            <a:ext cx="17646914" cy="770016"/>
          </a:xfrm>
        </p:spPr>
        <p:txBody>
          <a:bodyPr/>
          <a:lstStyle/>
          <a:p>
            <a:r>
              <a:rPr lang="en-US" altLang="ja-JP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9.</a:t>
            </a:r>
            <a:endParaRPr lang="ja-JP" altLang="en-US" dirty="0">
              <a:solidFill>
                <a:schemeClr val="bg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29BA9BA-E0D1-B16E-1698-04AC77480AA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Prime Study 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第</a:t>
            </a:r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3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回</a:t>
            </a:r>
            <a:endParaRPr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9E376183-CB00-0B65-05AB-F62C49312259}"/>
              </a:ext>
            </a:extLst>
          </p:cNvPr>
          <p:cNvSpPr/>
          <p:nvPr/>
        </p:nvSpPr>
        <p:spPr>
          <a:xfrm>
            <a:off x="929409" y="6195747"/>
            <a:ext cx="387927" cy="38792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8C17DF36-E224-03C5-2BB9-2703D75E3D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5816063"/>
              </p:ext>
            </p:extLst>
          </p:nvPr>
        </p:nvGraphicFramePr>
        <p:xfrm>
          <a:off x="4321292" y="2458896"/>
          <a:ext cx="13731181" cy="7103620"/>
        </p:xfrm>
        <a:graphic>
          <a:graphicData uri="http://schemas.openxmlformats.org/drawingml/2006/table">
            <a:tbl>
              <a:tblPr firstRow="1">
                <a:tableStyleId>{93296810-A885-4BE3-A3E7-6D5BEEA58F35}</a:tableStyleId>
              </a:tblPr>
              <a:tblGrid>
                <a:gridCol w="1026563">
                  <a:extLst>
                    <a:ext uri="{9D8B030D-6E8A-4147-A177-3AD203B41FA5}">
                      <a16:colId xmlns:a16="http://schemas.microsoft.com/office/drawing/2014/main" val="630768620"/>
                    </a:ext>
                  </a:extLst>
                </a:gridCol>
                <a:gridCol w="1302327">
                  <a:extLst>
                    <a:ext uri="{9D8B030D-6E8A-4147-A177-3AD203B41FA5}">
                      <a16:colId xmlns:a16="http://schemas.microsoft.com/office/drawing/2014/main" val="3833500087"/>
                    </a:ext>
                  </a:extLst>
                </a:gridCol>
                <a:gridCol w="1801091">
                  <a:extLst>
                    <a:ext uri="{9D8B030D-6E8A-4147-A177-3AD203B41FA5}">
                      <a16:colId xmlns:a16="http://schemas.microsoft.com/office/drawing/2014/main" val="2449989043"/>
                    </a:ext>
                  </a:extLst>
                </a:gridCol>
                <a:gridCol w="4987636">
                  <a:extLst>
                    <a:ext uri="{9D8B030D-6E8A-4147-A177-3AD203B41FA5}">
                      <a16:colId xmlns:a16="http://schemas.microsoft.com/office/drawing/2014/main" val="1914797381"/>
                    </a:ext>
                  </a:extLst>
                </a:gridCol>
                <a:gridCol w="4613564">
                  <a:extLst>
                    <a:ext uri="{9D8B030D-6E8A-4147-A177-3AD203B41FA5}">
                      <a16:colId xmlns:a16="http://schemas.microsoft.com/office/drawing/2014/main" val="1535945393"/>
                    </a:ext>
                  </a:extLst>
                </a:gridCol>
              </a:tblGrid>
              <a:tr h="10185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2300" dirty="0"/>
                        <a:t>ループ</a:t>
                      </a:r>
                      <a:endParaRPr lang="en-US" altLang="ja-JP" sz="2300" dirty="0"/>
                    </a:p>
                    <a:p>
                      <a:pPr algn="ctr">
                        <a:buNone/>
                      </a:pPr>
                      <a:r>
                        <a:rPr lang="ja-JP" altLang="en-US" sz="2300" dirty="0"/>
                        <a:t>回数</a:t>
                      </a:r>
                    </a:p>
                  </a:txBody>
                  <a:tcPr marL="76798" marR="76798" marT="38399" marB="383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300"/>
                        <a:t>f </a:t>
                      </a:r>
                      <a:r>
                        <a:rPr lang="ja-JP" altLang="en-US" sz="2300"/>
                        <a:t>の値</a:t>
                      </a:r>
                    </a:p>
                  </a:txBody>
                  <a:tcPr marL="76798" marR="76798" marT="38399" marB="383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2300" dirty="0"/>
                        <a:t>判定 </a:t>
                      </a:r>
                      <a:endParaRPr lang="en-US" altLang="ja-JP" sz="2300" dirty="0"/>
                    </a:p>
                    <a:p>
                      <a:pPr algn="ctr">
                        <a:buNone/>
                      </a:pPr>
                      <a:r>
                        <a:rPr lang="en-US" altLang="ja-JP" sz="2300" dirty="0"/>
                        <a:t>(</a:t>
                      </a:r>
                      <a:r>
                        <a:rPr lang="en-US" sz="2300" dirty="0" err="1"/>
                        <a:t>len</a:t>
                      </a:r>
                      <a:r>
                        <a:rPr lang="en-US" sz="2300" dirty="0"/>
                        <a:t>(f)&lt;5)</a:t>
                      </a:r>
                    </a:p>
                  </a:txBody>
                  <a:tcPr marL="76798" marR="76798" marT="38399" marB="383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2300" dirty="0"/>
                        <a:t>実行内容</a:t>
                      </a:r>
                    </a:p>
                  </a:txBody>
                  <a:tcPr marL="76798" marR="76798" marT="38399" marB="383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2300" dirty="0"/>
                        <a:t>ループ後の </a:t>
                      </a:r>
                      <a:r>
                        <a:rPr lang="en-US" sz="2300" dirty="0"/>
                        <a:t>fruits</a:t>
                      </a:r>
                    </a:p>
                  </a:txBody>
                  <a:tcPr marL="76798" marR="76798" marT="38399" marB="383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3748431"/>
                  </a:ext>
                </a:extLst>
              </a:tr>
              <a:tr h="8113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2300" b="1" dirty="0"/>
                        <a:t>1</a:t>
                      </a:r>
                    </a:p>
                  </a:txBody>
                  <a:tcPr marL="76798" marR="76798" marT="38399" marB="383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/>
                        <a:t>'apple'</a:t>
                      </a:r>
                    </a:p>
                  </a:txBody>
                  <a:tcPr marL="76798" marR="76798" marT="38399" marB="383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2300" dirty="0"/>
                        <a:t>5</a:t>
                      </a:r>
                      <a:r>
                        <a:rPr lang="ja-JP" altLang="en-US" sz="2300" dirty="0"/>
                        <a:t>文字 → ✖</a:t>
                      </a:r>
                    </a:p>
                  </a:txBody>
                  <a:tcPr marL="76798" marR="76798" marT="38399" marB="383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300"/>
                        <a:t>何もしない</a:t>
                      </a:r>
                    </a:p>
                  </a:txBody>
                  <a:tcPr marL="76798" marR="76798" marT="38399" marB="383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['apple', 'kiwi', 'plum']</a:t>
                      </a:r>
                    </a:p>
                  </a:txBody>
                  <a:tcPr marL="76798" marR="76798" marT="38399" marB="383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5015742"/>
                  </a:ext>
                </a:extLst>
              </a:tr>
              <a:tr h="26368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2300" b="1" dirty="0"/>
                        <a:t>2</a:t>
                      </a:r>
                      <a:endParaRPr lang="ja-JP" altLang="en-US" sz="2300" b="1" dirty="0"/>
                    </a:p>
                  </a:txBody>
                  <a:tcPr marL="76798" marR="76798" marT="38399" marB="383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/>
                        <a:t>'kiwi'</a:t>
                      </a:r>
                    </a:p>
                  </a:txBody>
                  <a:tcPr marL="76798" marR="76798" marT="38399" marB="383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2300" dirty="0"/>
                        <a:t>4</a:t>
                      </a:r>
                      <a:r>
                        <a:rPr lang="ja-JP" altLang="en-US" sz="2300" dirty="0"/>
                        <a:t>文字 → ○</a:t>
                      </a:r>
                    </a:p>
                  </a:txBody>
                  <a:tcPr marL="76798" marR="76798" marT="38399" marB="383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300" dirty="0"/>
                        <a:t>先頭に </a:t>
                      </a:r>
                      <a:r>
                        <a:rPr lang="en-US" altLang="ja-JP" sz="2300" dirty="0"/>
                        <a:t>'</a:t>
                      </a:r>
                      <a:r>
                        <a:rPr lang="en-US" sz="2300" dirty="0"/>
                        <a:t>kiwi' </a:t>
                      </a:r>
                      <a:r>
                        <a:rPr lang="ja-JP" altLang="en-US" sz="2300" dirty="0"/>
                        <a:t>を追加 → </a:t>
                      </a:r>
                      <a:r>
                        <a:rPr lang="en-US" altLang="ja-JP" sz="2300" dirty="0"/>
                        <a:t>['</a:t>
                      </a:r>
                      <a:r>
                        <a:rPr lang="en-US" sz="2300" dirty="0" err="1"/>
                        <a:t>kiwi','apple','kiwi','plum</a:t>
                      </a:r>
                      <a:r>
                        <a:rPr lang="en-US" sz="2300" dirty="0"/>
                        <a:t>’]</a:t>
                      </a:r>
                    </a:p>
                    <a:p>
                      <a:pPr>
                        <a:buNone/>
                      </a:pPr>
                      <a:endParaRPr lang="en-US" altLang="ja-JP" sz="2300" dirty="0"/>
                    </a:p>
                    <a:p>
                      <a:pPr>
                        <a:buNone/>
                      </a:pPr>
                      <a:r>
                        <a:rPr lang="ja-JP" altLang="en-US" sz="2300" dirty="0"/>
                        <a:t>末尾を削除 →</a:t>
                      </a:r>
                      <a:endParaRPr lang="en-US" altLang="ja-JP" sz="2300" dirty="0"/>
                    </a:p>
                    <a:p>
                      <a:pPr>
                        <a:buNone/>
                      </a:pPr>
                      <a:r>
                        <a:rPr lang="ja-JP" altLang="en-US" sz="2300" dirty="0"/>
                        <a:t> </a:t>
                      </a:r>
                      <a:r>
                        <a:rPr lang="en-US" altLang="ja-JP" sz="2300" dirty="0"/>
                        <a:t>['</a:t>
                      </a:r>
                      <a:r>
                        <a:rPr lang="en-US" sz="2300" dirty="0" err="1"/>
                        <a:t>kiwi','apple','kiwi</a:t>
                      </a:r>
                      <a:r>
                        <a:rPr lang="en-US" sz="2300" dirty="0"/>
                        <a:t>']</a:t>
                      </a:r>
                    </a:p>
                  </a:txBody>
                  <a:tcPr marL="76798" marR="76798" marT="38399" marB="383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['kiwi', 'apple', 'kiwi']</a:t>
                      </a:r>
                    </a:p>
                  </a:txBody>
                  <a:tcPr marL="76798" marR="76798" marT="38399" marB="383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236016"/>
                  </a:ext>
                </a:extLst>
              </a:tr>
              <a:tr h="26368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2300" b="1" dirty="0"/>
                        <a:t>3</a:t>
                      </a:r>
                      <a:endParaRPr lang="ja-JP" altLang="en-US" sz="2300" b="1" dirty="0"/>
                    </a:p>
                  </a:txBody>
                  <a:tcPr marL="76798" marR="76798" marT="38399" marB="383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dirty="0"/>
                        <a:t>'plum'</a:t>
                      </a:r>
                    </a:p>
                  </a:txBody>
                  <a:tcPr marL="76798" marR="76798" marT="38399" marB="383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2300" dirty="0"/>
                        <a:t>4</a:t>
                      </a:r>
                      <a:r>
                        <a:rPr lang="ja-JP" altLang="en-US" sz="2300" dirty="0"/>
                        <a:t>文字 → ○</a:t>
                      </a:r>
                    </a:p>
                  </a:txBody>
                  <a:tcPr marL="76798" marR="76798" marT="38399" marB="383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300" dirty="0"/>
                        <a:t>先頭に </a:t>
                      </a:r>
                      <a:r>
                        <a:rPr lang="en-US" altLang="ja-JP" sz="2300" dirty="0"/>
                        <a:t>'</a:t>
                      </a:r>
                      <a:r>
                        <a:rPr lang="en-US" sz="2300" dirty="0"/>
                        <a:t>plum' </a:t>
                      </a:r>
                      <a:r>
                        <a:rPr lang="ja-JP" altLang="en-US" sz="2300" dirty="0"/>
                        <a:t>を追加 → </a:t>
                      </a:r>
                      <a:r>
                        <a:rPr lang="en-US" altLang="ja-JP" sz="2300" dirty="0"/>
                        <a:t>['</a:t>
                      </a:r>
                      <a:r>
                        <a:rPr lang="en-US" sz="2300" dirty="0" err="1"/>
                        <a:t>plum','kiwi','apple','kiwi</a:t>
                      </a:r>
                      <a:r>
                        <a:rPr lang="en-US" sz="2300" dirty="0"/>
                        <a:t>’]</a:t>
                      </a:r>
                    </a:p>
                    <a:p>
                      <a:pPr>
                        <a:buNone/>
                      </a:pPr>
                      <a:endParaRPr lang="en-US" altLang="ja-JP" sz="2300" dirty="0"/>
                    </a:p>
                    <a:p>
                      <a:pPr>
                        <a:buNone/>
                      </a:pPr>
                      <a:r>
                        <a:rPr lang="ja-JP" altLang="en-US" sz="2300" dirty="0"/>
                        <a:t>末尾を削除 →</a:t>
                      </a:r>
                      <a:endParaRPr lang="en-US" altLang="ja-JP" sz="2300" dirty="0"/>
                    </a:p>
                    <a:p>
                      <a:pPr>
                        <a:buNone/>
                      </a:pPr>
                      <a:r>
                        <a:rPr lang="ja-JP" altLang="en-US" sz="2300" dirty="0"/>
                        <a:t> </a:t>
                      </a:r>
                      <a:r>
                        <a:rPr lang="en-US" altLang="ja-JP" sz="2300" dirty="0"/>
                        <a:t>['</a:t>
                      </a:r>
                      <a:r>
                        <a:rPr lang="en-US" sz="2300" dirty="0" err="1"/>
                        <a:t>plum','kiwi','apple</a:t>
                      </a:r>
                      <a:r>
                        <a:rPr lang="en-US" sz="2300" dirty="0"/>
                        <a:t>']</a:t>
                      </a:r>
                    </a:p>
                  </a:txBody>
                  <a:tcPr marL="76798" marR="76798" marT="38399" marB="383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['</a:t>
                      </a:r>
                      <a:r>
                        <a:rPr lang="en-US" sz="2400" b="1" dirty="0" err="1"/>
                        <a:t>plum','kiwi','apple</a:t>
                      </a:r>
                      <a:r>
                        <a:rPr lang="en-US" sz="2400" b="1" dirty="0"/>
                        <a:t>']</a:t>
                      </a:r>
                    </a:p>
                  </a:txBody>
                  <a:tcPr marL="76798" marR="76798" marT="38399" marB="383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64495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4507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106D5-3822-146E-6792-82C7A569C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B0094D2C-6994-D306-B7A7-F7A61D0C5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76" y="1744880"/>
            <a:ext cx="17335734" cy="7084125"/>
          </a:xfrm>
          <a:prstGeom prst="rect">
            <a:avLst/>
          </a:prstGeom>
        </p:spPr>
      </p:pic>
      <p:sp>
        <p:nvSpPr>
          <p:cNvPr id="8" name="タイトル 7">
            <a:extLst>
              <a:ext uri="{FF2B5EF4-FFF2-40B4-BE49-F238E27FC236}">
                <a16:creationId xmlns:a16="http://schemas.microsoft.com/office/drawing/2014/main" id="{6E3B6470-B129-66BE-BEC4-38DCFAB71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775" y="348253"/>
            <a:ext cx="17646914" cy="770016"/>
          </a:xfrm>
        </p:spPr>
        <p:txBody>
          <a:bodyPr/>
          <a:lstStyle/>
          <a:p>
            <a:r>
              <a:rPr lang="en-US" altLang="ja-JP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10.</a:t>
            </a:r>
            <a:endParaRPr lang="ja-JP" altLang="en-US" dirty="0">
              <a:solidFill>
                <a:schemeClr val="bg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7BDFD81-B333-1AD6-1E4F-9C6732C12F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Prime Study 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第</a:t>
            </a:r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3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回</a:t>
            </a:r>
            <a:endParaRPr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F9477878-400A-E8A2-7A7B-2026933E76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9235" y="3846887"/>
            <a:ext cx="5113129" cy="5608729"/>
          </a:xfrm>
          <a:prstGeom prst="rect">
            <a:avLst/>
          </a:prstGeom>
          <a:ln w="57150">
            <a:solidFill>
              <a:srgbClr val="0066FF"/>
            </a:solidFill>
          </a:ln>
        </p:spPr>
      </p:pic>
      <p:sp>
        <p:nvSpPr>
          <p:cNvPr id="6" name="楕円 5">
            <a:extLst>
              <a:ext uri="{FF2B5EF4-FFF2-40B4-BE49-F238E27FC236}">
                <a16:creationId xmlns:a16="http://schemas.microsoft.com/office/drawing/2014/main" id="{69A0DC8D-189C-1678-2DAE-F8B0611CB057}"/>
              </a:ext>
            </a:extLst>
          </p:cNvPr>
          <p:cNvSpPr/>
          <p:nvPr/>
        </p:nvSpPr>
        <p:spPr>
          <a:xfrm>
            <a:off x="9976426" y="4283821"/>
            <a:ext cx="387927" cy="38792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</p:spTree>
    <p:extLst>
      <p:ext uri="{BB962C8B-B14F-4D97-AF65-F5344CB8AC3E}">
        <p14:creationId xmlns:p14="http://schemas.microsoft.com/office/powerpoint/2010/main" val="765826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E692B-E300-2099-FD20-9D3D24DE6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C34A6712-9625-09E8-C3F4-A8ACBE280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76" y="1744880"/>
            <a:ext cx="17335734" cy="7084125"/>
          </a:xfrm>
          <a:prstGeom prst="rect">
            <a:avLst/>
          </a:prstGeom>
        </p:spPr>
      </p:pic>
      <p:sp>
        <p:nvSpPr>
          <p:cNvPr id="8" name="タイトル 7">
            <a:extLst>
              <a:ext uri="{FF2B5EF4-FFF2-40B4-BE49-F238E27FC236}">
                <a16:creationId xmlns:a16="http://schemas.microsoft.com/office/drawing/2014/main" id="{B162A69F-3A0E-7C3E-E06C-E8A509E25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775" y="348253"/>
            <a:ext cx="17646914" cy="770016"/>
          </a:xfrm>
        </p:spPr>
        <p:txBody>
          <a:bodyPr/>
          <a:lstStyle/>
          <a:p>
            <a:r>
              <a:rPr lang="en-US" altLang="ja-JP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10.</a:t>
            </a:r>
            <a:endParaRPr lang="ja-JP" altLang="en-US" dirty="0">
              <a:solidFill>
                <a:schemeClr val="bg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7153BC3-CCE7-DF4F-A296-0C40B3C85D7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Prime Study 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第</a:t>
            </a:r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3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回</a:t>
            </a:r>
            <a:endParaRPr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537ABD8-FA79-484B-9354-04000DCB60BB}"/>
              </a:ext>
            </a:extLst>
          </p:cNvPr>
          <p:cNvSpPr txBox="1"/>
          <p:nvPr/>
        </p:nvSpPr>
        <p:spPr>
          <a:xfrm>
            <a:off x="6968836" y="3090247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 b="1" dirty="0">
                <a:solidFill>
                  <a:srgbClr val="0066FF"/>
                </a:solidFill>
                <a:latin typeface="+mj-ea"/>
                <a:ea typeface="+mj-ea"/>
              </a:rPr>
              <a:t>コードの目的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2790DB9-9496-A2EA-21D4-4A29B67AB258}"/>
              </a:ext>
            </a:extLst>
          </p:cNvPr>
          <p:cNvSpPr txBox="1"/>
          <p:nvPr/>
        </p:nvSpPr>
        <p:spPr>
          <a:xfrm>
            <a:off x="7023378" y="3919482"/>
            <a:ext cx="9533379" cy="2585323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none" rtlCol="0" anchor="ctr">
            <a:spAutoFit/>
          </a:bodyPr>
          <a:lstStyle/>
          <a:p>
            <a:r>
              <a:rPr kumimoji="1" lang="en-US" altLang="ja-JP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2</a:t>
            </a:r>
            <a:r>
              <a:rPr kumimoji="1" lang="ja-JP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～</a:t>
            </a:r>
            <a:r>
              <a:rPr kumimoji="1" lang="en-US" altLang="ja-JP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6 </a:t>
            </a:r>
            <a:r>
              <a:rPr kumimoji="1" lang="ja-JP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の数字を順番に調べて、</a:t>
            </a:r>
          </a:p>
          <a:p>
            <a:endParaRPr kumimoji="1" lang="ja-JP" altLang="en-US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kumimoji="1" lang="ja-JP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奇数なら「</a:t>
            </a:r>
            <a:r>
              <a:rPr kumimoji="1" lang="en-US" altLang="ja-JP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Found an odd number: X</a:t>
            </a:r>
            <a:r>
              <a:rPr kumimoji="1" lang="ja-JP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」と表示する</a:t>
            </a:r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kumimoji="1" lang="ja-JP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偶数なら「</a:t>
            </a:r>
            <a:r>
              <a:rPr kumimoji="1" lang="en-US" altLang="ja-JP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Found an even number: X</a:t>
            </a:r>
            <a:r>
              <a:rPr kumimoji="1" lang="ja-JP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」と表示する</a:t>
            </a:r>
          </a:p>
          <a:p>
            <a:endParaRPr kumimoji="1" lang="ja-JP" altLang="en-US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  <a:p>
            <a:r>
              <a:rPr kumimoji="1" lang="ja-JP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つまり</a:t>
            </a:r>
            <a:r>
              <a:rPr kumimoji="1" lang="ja-JP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奇数のときは偶数の出力をスキップしたい</a:t>
            </a:r>
            <a:r>
              <a:rPr kumimoji="1" lang="ja-JP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という目的</a:t>
            </a:r>
          </a:p>
        </p:txBody>
      </p:sp>
    </p:spTree>
    <p:extLst>
      <p:ext uri="{BB962C8B-B14F-4D97-AF65-F5344CB8AC3E}">
        <p14:creationId xmlns:p14="http://schemas.microsoft.com/office/powerpoint/2010/main" val="2652174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557EA-8BD5-76D4-C8D5-0462BA4A7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E617D767-84D8-1910-BB36-DFF67BBEF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76" y="1744880"/>
            <a:ext cx="17335734" cy="7084125"/>
          </a:xfrm>
          <a:prstGeom prst="rect">
            <a:avLst/>
          </a:prstGeom>
        </p:spPr>
      </p:pic>
      <p:sp>
        <p:nvSpPr>
          <p:cNvPr id="8" name="タイトル 7">
            <a:extLst>
              <a:ext uri="{FF2B5EF4-FFF2-40B4-BE49-F238E27FC236}">
                <a16:creationId xmlns:a16="http://schemas.microsoft.com/office/drawing/2014/main" id="{2948BCD5-F0B7-B048-D5CC-8ED046F1B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775" y="348253"/>
            <a:ext cx="17646914" cy="770016"/>
          </a:xfrm>
        </p:spPr>
        <p:txBody>
          <a:bodyPr/>
          <a:lstStyle/>
          <a:p>
            <a:r>
              <a:rPr lang="en-US" altLang="ja-JP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10.</a:t>
            </a:r>
            <a:endParaRPr lang="ja-JP" altLang="en-US" dirty="0">
              <a:solidFill>
                <a:schemeClr val="bg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C6DFD33-2924-6F13-9445-C888C15768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Prime Study 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第</a:t>
            </a:r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3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回</a:t>
            </a:r>
            <a:endParaRPr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F093F71-8E5C-165B-CD51-B9ED24B06E66}"/>
              </a:ext>
            </a:extLst>
          </p:cNvPr>
          <p:cNvSpPr txBox="1"/>
          <p:nvPr/>
        </p:nvSpPr>
        <p:spPr>
          <a:xfrm>
            <a:off x="7980218" y="3231554"/>
            <a:ext cx="4339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 b="1" dirty="0">
                <a:solidFill>
                  <a:srgbClr val="0066FF"/>
                </a:solidFill>
                <a:latin typeface="+mj-ea"/>
                <a:ea typeface="+mj-ea"/>
              </a:rPr>
              <a:t>どうしたらよいのか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5B4913C-87E2-DF01-122F-C64393872CB7}"/>
              </a:ext>
            </a:extLst>
          </p:cNvPr>
          <p:cNvSpPr txBox="1"/>
          <p:nvPr/>
        </p:nvSpPr>
        <p:spPr>
          <a:xfrm>
            <a:off x="8090178" y="3919482"/>
            <a:ext cx="9408113" cy="2585323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 anchor="ctr">
            <a:spAutoFit/>
          </a:bodyPr>
          <a:lstStyle/>
          <a:p>
            <a:r>
              <a:rPr kumimoji="1" lang="ja-JP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　　の部分が偶数・奇数どちらでも実行される</a:t>
            </a:r>
            <a:endParaRPr kumimoji="1" lang="en-US" altLang="ja-JP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  <a:p>
            <a:endParaRPr kumimoji="1" lang="ja-JP" altLang="en-US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kumimoji="1" lang="ja-JP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奇数ならその処理を飛ばす必要がある</a:t>
            </a:r>
          </a:p>
          <a:p>
            <a:endParaRPr kumimoji="1" lang="ja-JP" altLang="en-US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  <a:p>
            <a:r>
              <a:rPr kumimoji="1" lang="ja-JP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それ以降の処理をスキップして次のループに進む」には </a:t>
            </a:r>
            <a:r>
              <a:rPr kumimoji="1" lang="en-US" altLang="ja-JP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continue</a:t>
            </a:r>
            <a:r>
              <a:rPr kumimoji="1" lang="en-US" altLang="ja-JP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 </a:t>
            </a:r>
            <a:r>
              <a:rPr kumimoji="1" lang="ja-JP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を使用する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1A275B5-09EB-04B2-DCB1-FA7D4B6805B1}"/>
              </a:ext>
            </a:extLst>
          </p:cNvPr>
          <p:cNvSpPr/>
          <p:nvPr/>
        </p:nvSpPr>
        <p:spPr>
          <a:xfrm>
            <a:off x="983673" y="8340436"/>
            <a:ext cx="5084618" cy="443346"/>
          </a:xfrm>
          <a:prstGeom prst="rect">
            <a:avLst/>
          </a:prstGeom>
          <a:solidFill>
            <a:srgbClr val="FF0000">
              <a:alpha val="20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83C9331-8B85-EBF7-6063-96A54B8A4234}"/>
              </a:ext>
            </a:extLst>
          </p:cNvPr>
          <p:cNvSpPr/>
          <p:nvPr/>
        </p:nvSpPr>
        <p:spPr>
          <a:xfrm>
            <a:off x="8275890" y="4002675"/>
            <a:ext cx="530865" cy="333093"/>
          </a:xfrm>
          <a:prstGeom prst="rect">
            <a:avLst/>
          </a:prstGeom>
          <a:solidFill>
            <a:srgbClr val="FF0000">
              <a:alpha val="20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</p:spTree>
    <p:extLst>
      <p:ext uri="{BB962C8B-B14F-4D97-AF65-F5344CB8AC3E}">
        <p14:creationId xmlns:p14="http://schemas.microsoft.com/office/powerpoint/2010/main" val="485126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8C177-1804-0FE2-3207-20111FC66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>
            <a:extLst>
              <a:ext uri="{FF2B5EF4-FFF2-40B4-BE49-F238E27FC236}">
                <a16:creationId xmlns:a16="http://schemas.microsoft.com/office/drawing/2014/main" id="{69DA971A-FF77-5A50-5E26-7B2C7FA9C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75" y="1598812"/>
            <a:ext cx="13096243" cy="8043362"/>
          </a:xfrm>
          <a:prstGeom prst="rect">
            <a:avLst/>
          </a:prstGeom>
        </p:spPr>
      </p:pic>
      <p:sp>
        <p:nvSpPr>
          <p:cNvPr id="8" name="タイトル 7">
            <a:extLst>
              <a:ext uri="{FF2B5EF4-FFF2-40B4-BE49-F238E27FC236}">
                <a16:creationId xmlns:a16="http://schemas.microsoft.com/office/drawing/2014/main" id="{27B3C5ED-0323-8CF2-1476-585ABCC93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775" y="348253"/>
            <a:ext cx="17646914" cy="770016"/>
          </a:xfrm>
        </p:spPr>
        <p:txBody>
          <a:bodyPr/>
          <a:lstStyle/>
          <a:p>
            <a:r>
              <a:rPr lang="en-US" altLang="ja-JP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12.</a:t>
            </a:r>
            <a:endParaRPr lang="ja-JP" altLang="en-US" dirty="0">
              <a:solidFill>
                <a:schemeClr val="bg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F5B2CC8-3445-EEDD-90D1-A904448A549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Prime Study 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第</a:t>
            </a:r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3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回</a:t>
            </a:r>
            <a:endParaRPr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7D9CC18-C93F-B31D-CC9E-53AA86BB127E}"/>
              </a:ext>
            </a:extLst>
          </p:cNvPr>
          <p:cNvSpPr txBox="1"/>
          <p:nvPr/>
        </p:nvSpPr>
        <p:spPr>
          <a:xfrm>
            <a:off x="3879273" y="5929743"/>
            <a:ext cx="8509061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  <a:latin typeface="+mj-ea"/>
                <a:ea typeface="+mj-ea"/>
              </a:rPr>
              <a:t>✕ </a:t>
            </a:r>
            <a:r>
              <a:rPr kumimoji="1" lang="en-US" altLang="ja-JP" dirty="0">
                <a:solidFill>
                  <a:srgbClr val="FF0000"/>
                </a:solidFill>
                <a:latin typeface="+mj-ea"/>
                <a:ea typeface="+mj-ea"/>
              </a:rPr>
              <a:t>2</a:t>
            </a:r>
            <a:r>
              <a:rPr kumimoji="1" lang="ja-JP" altLang="en-US" dirty="0">
                <a:solidFill>
                  <a:srgbClr val="FF0000"/>
                </a:solidFill>
                <a:latin typeface="+mj-ea"/>
                <a:ea typeface="+mj-ea"/>
              </a:rPr>
              <a:t>つの変数 </a:t>
            </a:r>
            <a:r>
              <a:rPr kumimoji="1" lang="en-US" altLang="ja-JP" dirty="0" err="1">
                <a:solidFill>
                  <a:srgbClr val="FF0000"/>
                </a:solidFill>
                <a:latin typeface="+mj-ea"/>
                <a:ea typeface="+mj-ea"/>
              </a:rPr>
              <a:t>i,v</a:t>
            </a:r>
            <a:r>
              <a:rPr kumimoji="1" lang="en-US" altLang="ja-JP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kumimoji="1" lang="ja-JP" altLang="en-US" dirty="0">
                <a:solidFill>
                  <a:srgbClr val="FF0000"/>
                </a:solidFill>
                <a:latin typeface="+mj-ea"/>
                <a:ea typeface="+mj-ea"/>
              </a:rPr>
              <a:t>に分けて受け取ることはできません。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0D59C6E-17E0-D24B-0D59-CD5548BE7EC7}"/>
              </a:ext>
            </a:extLst>
          </p:cNvPr>
          <p:cNvSpPr txBox="1"/>
          <p:nvPr/>
        </p:nvSpPr>
        <p:spPr>
          <a:xfrm>
            <a:off x="3879273" y="6678056"/>
            <a:ext cx="9722533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  <a:latin typeface="+mj-ea"/>
                <a:ea typeface="+mj-ea"/>
              </a:rPr>
              <a:t>✕ 文法エラーです。</a:t>
            </a:r>
            <a:r>
              <a:rPr kumimoji="1" lang="en-US" altLang="ja-JP" dirty="0">
                <a:solidFill>
                  <a:srgbClr val="FF0000"/>
                </a:solidFill>
                <a:latin typeface="+mj-ea"/>
                <a:ea typeface="+mj-ea"/>
              </a:rPr>
              <a:t>range() </a:t>
            </a:r>
            <a:r>
              <a:rPr kumimoji="1" lang="ja-JP" altLang="en-US" dirty="0">
                <a:solidFill>
                  <a:srgbClr val="FF0000"/>
                </a:solidFill>
                <a:latin typeface="+mj-ea"/>
                <a:ea typeface="+mj-ea"/>
              </a:rPr>
              <a:t>の中には整数しか入れられません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CA5A6F8-ED98-1272-4BD5-A98CD9109061}"/>
              </a:ext>
            </a:extLst>
          </p:cNvPr>
          <p:cNvSpPr txBox="1"/>
          <p:nvPr/>
        </p:nvSpPr>
        <p:spPr>
          <a:xfrm>
            <a:off x="3879273" y="7454079"/>
            <a:ext cx="9722533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  <a:latin typeface="+mj-ea"/>
                <a:ea typeface="+mj-ea"/>
              </a:rPr>
              <a:t>✕ 文法エラーです。</a:t>
            </a:r>
            <a:r>
              <a:rPr kumimoji="1" lang="en-US" altLang="ja-JP" dirty="0">
                <a:solidFill>
                  <a:srgbClr val="FF0000"/>
                </a:solidFill>
                <a:latin typeface="+mj-ea"/>
                <a:ea typeface="+mj-ea"/>
              </a:rPr>
              <a:t>range() </a:t>
            </a:r>
            <a:r>
              <a:rPr kumimoji="1" lang="ja-JP" altLang="en-US" dirty="0">
                <a:solidFill>
                  <a:srgbClr val="FF0000"/>
                </a:solidFill>
                <a:latin typeface="+mj-ea"/>
                <a:ea typeface="+mj-ea"/>
              </a:rPr>
              <a:t>の中には整数しか入れられません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0BB2006-DD83-F171-AE4E-01D0E5447894}"/>
              </a:ext>
            </a:extLst>
          </p:cNvPr>
          <p:cNvSpPr txBox="1"/>
          <p:nvPr/>
        </p:nvSpPr>
        <p:spPr>
          <a:xfrm>
            <a:off x="3879273" y="8216247"/>
            <a:ext cx="9722533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  <a:latin typeface="+mj-ea"/>
                <a:ea typeface="+mj-ea"/>
              </a:rPr>
              <a:t>✕ 文法エラーです。</a:t>
            </a:r>
            <a:r>
              <a:rPr kumimoji="1" lang="en-US" altLang="ja-JP" dirty="0">
                <a:solidFill>
                  <a:srgbClr val="FF0000"/>
                </a:solidFill>
                <a:latin typeface="+mj-ea"/>
                <a:ea typeface="+mj-ea"/>
              </a:rPr>
              <a:t>range() </a:t>
            </a:r>
            <a:r>
              <a:rPr kumimoji="1" lang="ja-JP" altLang="en-US" dirty="0">
                <a:solidFill>
                  <a:srgbClr val="FF0000"/>
                </a:solidFill>
                <a:latin typeface="+mj-ea"/>
                <a:ea typeface="+mj-ea"/>
              </a:rPr>
              <a:t>の中には整数しか入れられません</a:t>
            </a: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1FCF1A72-DE1C-F9AB-E814-314257CDFE29}"/>
              </a:ext>
            </a:extLst>
          </p:cNvPr>
          <p:cNvSpPr/>
          <p:nvPr/>
        </p:nvSpPr>
        <p:spPr>
          <a:xfrm>
            <a:off x="680027" y="9044535"/>
            <a:ext cx="387927" cy="38792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</p:spTree>
    <p:extLst>
      <p:ext uri="{BB962C8B-B14F-4D97-AF65-F5344CB8AC3E}">
        <p14:creationId xmlns:p14="http://schemas.microsoft.com/office/powerpoint/2010/main" val="31903899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28A85-16E0-6662-31FB-7444660CC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FCEBC2BC-423B-8357-98EE-037BBE32D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136" y="1811913"/>
            <a:ext cx="10837439" cy="7553760"/>
          </a:xfrm>
          <a:prstGeom prst="rect">
            <a:avLst/>
          </a:prstGeom>
        </p:spPr>
      </p:pic>
      <p:sp>
        <p:nvSpPr>
          <p:cNvPr id="8" name="タイトル 7">
            <a:extLst>
              <a:ext uri="{FF2B5EF4-FFF2-40B4-BE49-F238E27FC236}">
                <a16:creationId xmlns:a16="http://schemas.microsoft.com/office/drawing/2014/main" id="{D2BED85B-291D-30A3-862A-63E8480EC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775" y="348253"/>
            <a:ext cx="17646914" cy="770016"/>
          </a:xfrm>
        </p:spPr>
        <p:txBody>
          <a:bodyPr/>
          <a:lstStyle/>
          <a:p>
            <a:r>
              <a:rPr lang="en-US" altLang="ja-JP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13.</a:t>
            </a:r>
            <a:r>
              <a:rPr lang="ja-JP" altLang="en-US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関数のスコープ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D5B58FB-37EF-5B4F-AAE2-E643165D564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Prime Study 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第</a:t>
            </a:r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3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回</a:t>
            </a:r>
            <a:endParaRPr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9" name="矢印: 右 8">
            <a:extLst>
              <a:ext uri="{FF2B5EF4-FFF2-40B4-BE49-F238E27FC236}">
                <a16:creationId xmlns:a16="http://schemas.microsoft.com/office/drawing/2014/main" id="{B17B1FA1-BFD6-05D8-D259-47741A63BA6D}"/>
              </a:ext>
            </a:extLst>
          </p:cNvPr>
          <p:cNvSpPr/>
          <p:nvPr/>
        </p:nvSpPr>
        <p:spPr>
          <a:xfrm>
            <a:off x="2026954" y="3840090"/>
            <a:ext cx="2295664" cy="316272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BD64FF4-3407-18C3-5000-F7BCB5045079}"/>
              </a:ext>
            </a:extLst>
          </p:cNvPr>
          <p:cNvSpPr txBox="1"/>
          <p:nvPr/>
        </p:nvSpPr>
        <p:spPr>
          <a:xfrm>
            <a:off x="4476206" y="3744310"/>
            <a:ext cx="2702984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変数</a:t>
            </a:r>
            <a:r>
              <a:rPr kumimoji="1" lang="en-US" altLang="ja-JP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 </a:t>
            </a:r>
            <a:r>
              <a:rPr kumimoji="1" lang="en-US" altLang="ja-JP" dirty="0" err="1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i</a:t>
            </a:r>
            <a:r>
              <a:rPr kumimoji="1" lang="en-US" altLang="ja-JP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 </a:t>
            </a:r>
            <a:r>
              <a:rPr kumimoji="1" lang="ja-JP" altLang="en-US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に</a:t>
            </a:r>
            <a:r>
              <a:rPr kumimoji="1" lang="en-US" altLang="ja-JP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</a:t>
            </a:r>
            <a:r>
              <a:rPr kumimoji="1" lang="ja-JP" altLang="en-US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を代入</a:t>
            </a:r>
          </a:p>
        </p:txBody>
      </p:sp>
      <p:sp>
        <p:nvSpPr>
          <p:cNvPr id="11" name="矢印: 右 10">
            <a:extLst>
              <a:ext uri="{FF2B5EF4-FFF2-40B4-BE49-F238E27FC236}">
                <a16:creationId xmlns:a16="http://schemas.microsoft.com/office/drawing/2014/main" id="{47251AA0-4948-B733-D45B-F50627ACAAA7}"/>
              </a:ext>
            </a:extLst>
          </p:cNvPr>
          <p:cNvSpPr/>
          <p:nvPr/>
        </p:nvSpPr>
        <p:spPr>
          <a:xfrm>
            <a:off x="2026954" y="4437955"/>
            <a:ext cx="2295664" cy="316272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58EE890-6082-548F-8E6B-E36B9E15F2A6}"/>
              </a:ext>
            </a:extLst>
          </p:cNvPr>
          <p:cNvSpPr txBox="1"/>
          <p:nvPr/>
        </p:nvSpPr>
        <p:spPr>
          <a:xfrm>
            <a:off x="4476206" y="4342175"/>
            <a:ext cx="2702984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変数</a:t>
            </a:r>
            <a:r>
              <a:rPr kumimoji="1" lang="en-US" altLang="ja-JP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 </a:t>
            </a:r>
            <a:r>
              <a:rPr kumimoji="1" lang="en-US" altLang="ja-JP" dirty="0" err="1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i</a:t>
            </a:r>
            <a:r>
              <a:rPr kumimoji="1" lang="en-US" altLang="ja-JP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 </a:t>
            </a:r>
            <a:r>
              <a:rPr kumimoji="1" lang="ja-JP" altLang="en-US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を</a:t>
            </a:r>
            <a:r>
              <a:rPr kumimoji="1" lang="en-US" altLang="ja-JP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2</a:t>
            </a:r>
            <a:r>
              <a:rPr kumimoji="1" lang="ja-JP" altLang="en-US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に更新</a:t>
            </a:r>
          </a:p>
        </p:txBody>
      </p:sp>
      <p:sp>
        <p:nvSpPr>
          <p:cNvPr id="16" name="矢印: 右 15">
            <a:extLst>
              <a:ext uri="{FF2B5EF4-FFF2-40B4-BE49-F238E27FC236}">
                <a16:creationId xmlns:a16="http://schemas.microsoft.com/office/drawing/2014/main" id="{93CB7B63-9740-B36A-B597-E7BB209AB702}"/>
              </a:ext>
            </a:extLst>
          </p:cNvPr>
          <p:cNvSpPr/>
          <p:nvPr/>
        </p:nvSpPr>
        <p:spPr>
          <a:xfrm>
            <a:off x="1619634" y="8787204"/>
            <a:ext cx="2702984" cy="316272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5D13E62F-4202-7A0D-E9A7-F2CD4DDDAD4E}"/>
              </a:ext>
            </a:extLst>
          </p:cNvPr>
          <p:cNvSpPr txBox="1"/>
          <p:nvPr/>
        </p:nvSpPr>
        <p:spPr>
          <a:xfrm>
            <a:off x="4476206" y="8691424"/>
            <a:ext cx="49151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引数として </a:t>
            </a:r>
            <a:r>
              <a:rPr kumimoji="1" lang="en-US" altLang="ja-JP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i</a:t>
            </a:r>
            <a:r>
              <a:rPr kumimoji="1" lang="ja-JP" altLang="en-US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 を渡して呼び出し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084CDE4A-9205-9E1A-0656-7EE017AA0209}"/>
              </a:ext>
            </a:extLst>
          </p:cNvPr>
          <p:cNvSpPr/>
          <p:nvPr/>
        </p:nvSpPr>
        <p:spPr>
          <a:xfrm>
            <a:off x="1943824" y="5680363"/>
            <a:ext cx="1284282" cy="42949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sp>
        <p:nvSpPr>
          <p:cNvPr id="30" name="矢印: 右 29">
            <a:extLst>
              <a:ext uri="{FF2B5EF4-FFF2-40B4-BE49-F238E27FC236}">
                <a16:creationId xmlns:a16="http://schemas.microsoft.com/office/drawing/2014/main" id="{35D2BB7E-44B2-614C-8A63-8E7BC8E9FDF1}"/>
              </a:ext>
            </a:extLst>
          </p:cNvPr>
          <p:cNvSpPr/>
          <p:nvPr/>
        </p:nvSpPr>
        <p:spPr>
          <a:xfrm>
            <a:off x="3435926" y="5736972"/>
            <a:ext cx="886691" cy="316272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FB221BB2-C3B1-3E68-CD13-B8D14C44DAA0}"/>
              </a:ext>
            </a:extLst>
          </p:cNvPr>
          <p:cNvSpPr txBox="1"/>
          <p:nvPr/>
        </p:nvSpPr>
        <p:spPr>
          <a:xfrm>
            <a:off x="4476206" y="5641192"/>
            <a:ext cx="314701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デフォルト引数は</a:t>
            </a:r>
            <a:r>
              <a:rPr kumimoji="1" lang="en-US" altLang="ja-JP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3</a:t>
            </a:r>
            <a:endParaRPr kumimoji="1" lang="ja-JP" altLang="en-US" dirty="0">
              <a:solidFill>
                <a:srgbClr val="FF000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626DEFE7-33DC-E492-84D2-CA7984567D56}"/>
              </a:ext>
            </a:extLst>
          </p:cNvPr>
          <p:cNvSpPr/>
          <p:nvPr/>
        </p:nvSpPr>
        <p:spPr>
          <a:xfrm>
            <a:off x="9942025" y="2848260"/>
            <a:ext cx="7823200" cy="316560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デフォルト値は</a:t>
            </a:r>
            <a:r>
              <a:rPr kumimoji="1" lang="ja-JP" altLang="en-US" sz="2400" dirty="0">
                <a:solidFill>
                  <a:schemeClr val="tx1"/>
                </a:solidFill>
                <a:highlight>
                  <a:srgbClr val="FFFFFF"/>
                </a:highlight>
                <a:latin typeface="Noto Sans JP" panose="020B0200000000000000" pitchFamily="50" charset="-128"/>
                <a:ea typeface="Noto Sans JP" panose="020B0200000000000000" pitchFamily="50" charset="-128"/>
              </a:rPr>
              <a:t>引数が省略されたときにだけ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使われます。</a:t>
            </a:r>
          </a:p>
          <a:p>
            <a:endParaRPr kumimoji="1" lang="ja-JP" altLang="en-US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今回の呼び出しは 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f(</a:t>
            </a:r>
            <a:r>
              <a:rPr kumimoji="1" lang="en-US" altLang="ja-JP" sz="2400" dirty="0" err="1">
                <a:latin typeface="Noto Sans JP" panose="020B0200000000000000" pitchFamily="50" charset="-128"/>
                <a:ea typeface="Noto Sans JP" panose="020B0200000000000000" pitchFamily="50" charset="-128"/>
              </a:rPr>
              <a:t>i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) 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であり、引数として </a:t>
            </a:r>
            <a:r>
              <a:rPr kumimoji="1" lang="en-US" altLang="ja-JP" sz="2400" dirty="0" err="1">
                <a:latin typeface="Noto Sans JP" panose="020B0200000000000000" pitchFamily="50" charset="-128"/>
                <a:ea typeface="Noto Sans JP" panose="020B0200000000000000" pitchFamily="50" charset="-128"/>
              </a:rPr>
              <a:t>i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（グローバル変数の値 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2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）を渡しています。</a:t>
            </a:r>
          </a:p>
          <a:p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そのため、</a:t>
            </a:r>
            <a:r>
              <a:rPr kumimoji="1" lang="en-US" altLang="ja-JP" sz="2400" dirty="0" err="1">
                <a:latin typeface="Noto Sans JP" panose="020B0200000000000000" pitchFamily="50" charset="-128"/>
                <a:ea typeface="Noto Sans JP" panose="020B0200000000000000" pitchFamily="50" charset="-128"/>
              </a:rPr>
              <a:t>arg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 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にはデフォルト値 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3 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ではなく、渡された値 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2 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が入ります。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F87BFDBA-1292-D071-C95F-DFEAFA691674}"/>
              </a:ext>
            </a:extLst>
          </p:cNvPr>
          <p:cNvSpPr/>
          <p:nvPr/>
        </p:nvSpPr>
        <p:spPr>
          <a:xfrm>
            <a:off x="9942025" y="2160199"/>
            <a:ext cx="5549812" cy="68806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 なぜデフォルト引数の</a:t>
            </a:r>
            <a:r>
              <a:rPr kumimoji="1" lang="en-US" altLang="ja-JP" sz="24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3</a:t>
            </a:r>
            <a:r>
              <a:rPr kumimoji="1" lang="ja-JP" altLang="en-US" sz="24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ではないのか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A1BC7E11-1BE9-67D3-BDC8-9FB44DA7EF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6636117"/>
            <a:ext cx="4872518" cy="1732028"/>
          </a:xfrm>
          <a:prstGeom prst="rect">
            <a:avLst/>
          </a:prstGeom>
        </p:spPr>
      </p:pic>
      <p:sp>
        <p:nvSpPr>
          <p:cNvPr id="13" name="楕円 12">
            <a:extLst>
              <a:ext uri="{FF2B5EF4-FFF2-40B4-BE49-F238E27FC236}">
                <a16:creationId xmlns:a16="http://schemas.microsoft.com/office/drawing/2014/main" id="{7A9C8407-ECE9-9937-DB8B-E311505A495A}"/>
              </a:ext>
            </a:extLst>
          </p:cNvPr>
          <p:cNvSpPr/>
          <p:nvPr/>
        </p:nvSpPr>
        <p:spPr>
          <a:xfrm>
            <a:off x="10004134" y="7369784"/>
            <a:ext cx="387927" cy="38792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</p:spTree>
    <p:extLst>
      <p:ext uri="{BB962C8B-B14F-4D97-AF65-F5344CB8AC3E}">
        <p14:creationId xmlns:p14="http://schemas.microsoft.com/office/powerpoint/2010/main" val="3831361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 animBg="1"/>
      <p:bldP spid="12" grpId="0"/>
      <p:bldP spid="16" grpId="0" animBg="1"/>
      <p:bldP spid="19" grpId="0"/>
      <p:bldP spid="29" grpId="0" animBg="1"/>
      <p:bldP spid="30" grpId="0" animBg="1"/>
      <p:bldP spid="31" grpId="0"/>
      <p:bldP spid="32" grpId="0" animBg="1"/>
      <p:bldP spid="3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798AB-FCE3-294E-4FC7-1168F37A4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図 14">
            <a:extLst>
              <a:ext uri="{FF2B5EF4-FFF2-40B4-BE49-F238E27FC236}">
                <a16:creationId xmlns:a16="http://schemas.microsoft.com/office/drawing/2014/main" id="{1BA07394-0BA7-5A12-8F99-969439C30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374" y="1630830"/>
            <a:ext cx="6993481" cy="7914952"/>
          </a:xfrm>
          <a:prstGeom prst="rect">
            <a:avLst/>
          </a:prstGeom>
        </p:spPr>
      </p:pic>
      <p:sp>
        <p:nvSpPr>
          <p:cNvPr id="8" name="タイトル 7">
            <a:extLst>
              <a:ext uri="{FF2B5EF4-FFF2-40B4-BE49-F238E27FC236}">
                <a16:creationId xmlns:a16="http://schemas.microsoft.com/office/drawing/2014/main" id="{DD13ED4C-82F6-7D3E-ECCB-CFFF33603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775" y="348253"/>
            <a:ext cx="17646914" cy="770016"/>
          </a:xfrm>
        </p:spPr>
        <p:txBody>
          <a:bodyPr/>
          <a:lstStyle/>
          <a:p>
            <a:r>
              <a:rPr lang="en-US" altLang="ja-JP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16.</a:t>
            </a:r>
            <a:endParaRPr lang="ja-JP" altLang="en-US" dirty="0">
              <a:solidFill>
                <a:schemeClr val="bg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4E1370D-7EBF-0418-D4DE-3DF3020311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Prime Study 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第</a:t>
            </a:r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3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回</a:t>
            </a:r>
            <a:endParaRPr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523F169-B62A-3DFB-4F67-6E0F3032F263}"/>
              </a:ext>
            </a:extLst>
          </p:cNvPr>
          <p:cNvSpPr txBox="1"/>
          <p:nvPr/>
        </p:nvSpPr>
        <p:spPr>
          <a:xfrm>
            <a:off x="7734157" y="2773724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 b="1" dirty="0">
                <a:solidFill>
                  <a:srgbClr val="0066FF"/>
                </a:solidFill>
                <a:latin typeface="+mj-ea"/>
                <a:ea typeface="+mj-ea"/>
              </a:rPr>
              <a:t>コードの目的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9C5A6AB-8474-CA34-8092-EEAA1A707C92}"/>
              </a:ext>
            </a:extLst>
          </p:cNvPr>
          <p:cNvSpPr txBox="1"/>
          <p:nvPr/>
        </p:nvSpPr>
        <p:spPr>
          <a:xfrm>
            <a:off x="7788699" y="3397894"/>
            <a:ext cx="10037895" cy="1265667"/>
          </a:xfrm>
          <a:prstGeom prst="rect">
            <a:avLst/>
          </a:prstGeom>
          <a:solidFill>
            <a:schemeClr val="bg1"/>
          </a:solidFill>
          <a:ln>
            <a:solidFill>
              <a:srgbClr val="0066FF"/>
            </a:solidFill>
          </a:ln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第</a:t>
            </a:r>
            <a:r>
              <a:rPr kumimoji="1" lang="en-US" altLang="ja-JP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1</a:t>
            </a:r>
            <a:r>
              <a:rPr kumimoji="1" lang="ja-JP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要素（数値の部分）ではなく、</a:t>
            </a:r>
            <a:r>
              <a:rPr kumimoji="1" lang="ja-JP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第</a:t>
            </a:r>
            <a:r>
              <a:rPr kumimoji="1" lang="en-US" altLang="ja-JP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2</a:t>
            </a:r>
            <a:r>
              <a:rPr kumimoji="1" lang="ja-JP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要素（文字の部分）</a:t>
            </a:r>
            <a:r>
              <a:rPr kumimoji="1" lang="ja-JP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でソート したい、というのが目的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E7B7A7A-5397-EDA9-964C-4F5239578485}"/>
              </a:ext>
            </a:extLst>
          </p:cNvPr>
          <p:cNvSpPr txBox="1"/>
          <p:nvPr/>
        </p:nvSpPr>
        <p:spPr>
          <a:xfrm>
            <a:off x="6948063" y="5334390"/>
            <a:ext cx="8074646" cy="5078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  <a:latin typeface="+mj-ea"/>
                <a:ea typeface="+mj-ea"/>
              </a:rPr>
              <a:t>✕ タプルの最初の要素（数値）でソートしている。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BA4ED80-FDDD-B180-347A-88A746C08E91}"/>
              </a:ext>
            </a:extLst>
          </p:cNvPr>
          <p:cNvSpPr txBox="1"/>
          <p:nvPr/>
        </p:nvSpPr>
        <p:spPr>
          <a:xfrm>
            <a:off x="6948063" y="6226858"/>
            <a:ext cx="8074646" cy="5078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  <a:latin typeface="+mj-ea"/>
                <a:ea typeface="+mj-ea"/>
              </a:rPr>
              <a:t>✕ 文法エラー。</a:t>
            </a:r>
            <a:r>
              <a:rPr kumimoji="1" lang="en-US" altLang="ja-JP" dirty="0">
                <a:solidFill>
                  <a:srgbClr val="FF0000"/>
                </a:solidFill>
                <a:latin typeface="+mj-ea"/>
                <a:ea typeface="+mj-ea"/>
              </a:rPr>
              <a:t>lambda </a:t>
            </a:r>
            <a:r>
              <a:rPr kumimoji="1" lang="ja-JP" altLang="en-US" dirty="0">
                <a:solidFill>
                  <a:srgbClr val="FF0000"/>
                </a:solidFill>
                <a:latin typeface="+mj-ea"/>
                <a:ea typeface="+mj-ea"/>
              </a:rPr>
              <a:t>の書き方が間違っている。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D64742B-5F04-AC57-0188-3C961546ED4D}"/>
              </a:ext>
            </a:extLst>
          </p:cNvPr>
          <p:cNvSpPr txBox="1"/>
          <p:nvPr/>
        </p:nvSpPr>
        <p:spPr>
          <a:xfrm>
            <a:off x="6948063" y="7091616"/>
            <a:ext cx="8074646" cy="5078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  <a:latin typeface="+mj-ea"/>
                <a:ea typeface="+mj-ea"/>
              </a:rPr>
              <a:t>✕ 文法エラー。</a:t>
            </a:r>
            <a:r>
              <a:rPr kumimoji="1" lang="en-US" altLang="ja-JP" dirty="0">
                <a:solidFill>
                  <a:srgbClr val="FF0000"/>
                </a:solidFill>
                <a:latin typeface="+mj-ea"/>
                <a:ea typeface="+mj-ea"/>
              </a:rPr>
              <a:t>lambda </a:t>
            </a:r>
            <a:r>
              <a:rPr kumimoji="1" lang="ja-JP" altLang="en-US" dirty="0">
                <a:solidFill>
                  <a:srgbClr val="FF0000"/>
                </a:solidFill>
                <a:latin typeface="+mj-ea"/>
                <a:ea typeface="+mj-ea"/>
              </a:rPr>
              <a:t>の書き方が間違っている。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209949DE-24B1-3B84-3CB9-7D5F5F1839C3}"/>
              </a:ext>
            </a:extLst>
          </p:cNvPr>
          <p:cNvSpPr txBox="1"/>
          <p:nvPr/>
        </p:nvSpPr>
        <p:spPr>
          <a:xfrm>
            <a:off x="6948063" y="8808495"/>
            <a:ext cx="11315918" cy="5078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  <a:latin typeface="+mj-ea"/>
                <a:ea typeface="+mj-ea"/>
              </a:rPr>
              <a:t>✕ タプル全体を比較対象にしてしまっている。</a:t>
            </a:r>
            <a:r>
              <a:rPr kumimoji="1" lang="en-US" altLang="ja-JP" dirty="0">
                <a:solidFill>
                  <a:srgbClr val="FF0000"/>
                </a:solidFill>
                <a:latin typeface="+mj-ea"/>
                <a:ea typeface="+mj-ea"/>
              </a:rPr>
              <a:t>(</a:t>
            </a:r>
            <a:r>
              <a:rPr kumimoji="1" lang="ja-JP" altLang="en-US" dirty="0">
                <a:solidFill>
                  <a:srgbClr val="FF0000"/>
                </a:solidFill>
                <a:latin typeface="+mj-ea"/>
                <a:ea typeface="+mj-ea"/>
              </a:rPr>
              <a:t>第</a:t>
            </a:r>
            <a:r>
              <a:rPr kumimoji="1" lang="en-US" altLang="ja-JP" dirty="0">
                <a:solidFill>
                  <a:srgbClr val="FF0000"/>
                </a:solidFill>
                <a:latin typeface="+mj-ea"/>
                <a:ea typeface="+mj-ea"/>
              </a:rPr>
              <a:t>1</a:t>
            </a:r>
            <a:r>
              <a:rPr kumimoji="1" lang="ja-JP" altLang="en-US" dirty="0">
                <a:solidFill>
                  <a:srgbClr val="FF0000"/>
                </a:solidFill>
                <a:latin typeface="+mj-ea"/>
                <a:ea typeface="+mj-ea"/>
              </a:rPr>
              <a:t>要素でソートされる</a:t>
            </a:r>
            <a:r>
              <a:rPr kumimoji="1" lang="en-US" altLang="ja-JP" dirty="0">
                <a:solidFill>
                  <a:srgbClr val="FF0000"/>
                </a:solidFill>
                <a:latin typeface="+mj-ea"/>
                <a:ea typeface="+mj-ea"/>
              </a:rPr>
              <a:t>)</a:t>
            </a:r>
            <a:endParaRPr kumimoji="1" lang="ja-JP" altLang="en-US" dirty="0">
              <a:solidFill>
                <a:srgbClr val="FF00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39475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89713-4B51-673A-ADD1-F60397932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D04F7561-CEA8-AB4B-9C67-8FCDC4DF1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74" y="1753764"/>
            <a:ext cx="16140259" cy="7771236"/>
          </a:xfrm>
          <a:prstGeom prst="rect">
            <a:avLst/>
          </a:prstGeom>
        </p:spPr>
      </p:pic>
      <p:sp>
        <p:nvSpPr>
          <p:cNvPr id="8" name="タイトル 7">
            <a:extLst>
              <a:ext uri="{FF2B5EF4-FFF2-40B4-BE49-F238E27FC236}">
                <a16:creationId xmlns:a16="http://schemas.microsoft.com/office/drawing/2014/main" id="{6C6347A2-B7B5-4AED-4EAA-BC5F6D191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775" y="348253"/>
            <a:ext cx="17646914" cy="770016"/>
          </a:xfrm>
        </p:spPr>
        <p:txBody>
          <a:bodyPr/>
          <a:lstStyle/>
          <a:p>
            <a:r>
              <a:rPr lang="en-US" altLang="ja-JP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18.</a:t>
            </a:r>
            <a:r>
              <a:rPr lang="ja-JP" altLang="en-US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リスト操作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9774BB6-68D7-14AC-339E-FE89D74BA7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Prime Study 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第</a:t>
            </a:r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3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回</a:t>
            </a:r>
            <a:endParaRPr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0BBB702B-9D35-BA10-98A2-F6AACE328C5D}"/>
              </a:ext>
            </a:extLst>
          </p:cNvPr>
          <p:cNvSpPr/>
          <p:nvPr/>
        </p:nvSpPr>
        <p:spPr>
          <a:xfrm>
            <a:off x="880919" y="5916002"/>
            <a:ext cx="387927" cy="38792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444D0834-7626-E2B4-3750-634A439AEE78}"/>
              </a:ext>
            </a:extLst>
          </p:cNvPr>
          <p:cNvCxnSpPr/>
          <p:nvPr/>
        </p:nvCxnSpPr>
        <p:spPr>
          <a:xfrm>
            <a:off x="2197100" y="3263900"/>
            <a:ext cx="35560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4CBD095-1097-8274-940B-6B1B4475F26D}"/>
              </a:ext>
            </a:extLst>
          </p:cNvPr>
          <p:cNvSpPr txBox="1"/>
          <p:nvPr/>
        </p:nvSpPr>
        <p:spPr>
          <a:xfrm>
            <a:off x="5842000" y="3033067"/>
            <a:ext cx="2432076" cy="461665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solidFill>
                  <a:schemeClr val="bg1"/>
                </a:solidFill>
                <a:latin typeface="+mn-ea"/>
              </a:rPr>
              <a:t>[1, 3, 4, </a:t>
            </a:r>
            <a:r>
              <a:rPr kumimoji="1" lang="en-US" altLang="ja-JP" sz="2400" b="1" dirty="0">
                <a:solidFill>
                  <a:srgbClr val="FF0000"/>
                </a:solidFill>
                <a:latin typeface="+mn-ea"/>
              </a:rPr>
              <a:t>-1</a:t>
            </a:r>
            <a:r>
              <a:rPr kumimoji="1" lang="en-US" altLang="ja-JP" sz="2400" dirty="0">
                <a:solidFill>
                  <a:schemeClr val="bg1"/>
                </a:solidFill>
                <a:latin typeface="+mn-ea"/>
              </a:rPr>
              <a:t>, 6, 3, 5]</a:t>
            </a:r>
            <a:endParaRPr kumimoji="1" lang="ja-JP" altLang="en-US" sz="24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01B843CB-36FA-93C0-2CD9-6A6C42E9C1AD}"/>
              </a:ext>
            </a:extLst>
          </p:cNvPr>
          <p:cNvCxnSpPr>
            <a:cxnSpLocks/>
          </p:cNvCxnSpPr>
          <p:nvPr/>
        </p:nvCxnSpPr>
        <p:spPr>
          <a:xfrm>
            <a:off x="1625600" y="3708400"/>
            <a:ext cx="41275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A03118D-FC28-AB9F-5436-DE8C5A1FB7B5}"/>
              </a:ext>
            </a:extLst>
          </p:cNvPr>
          <p:cNvSpPr txBox="1"/>
          <p:nvPr/>
        </p:nvSpPr>
        <p:spPr>
          <a:xfrm>
            <a:off x="5842000" y="3617762"/>
            <a:ext cx="2406428" cy="461665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solidFill>
                  <a:schemeClr val="bg1"/>
                </a:solidFill>
                <a:latin typeface="+mn-ea"/>
              </a:rPr>
              <a:t>[1, 3, 4, -1,     3, 5]</a:t>
            </a:r>
            <a:endParaRPr kumimoji="1" lang="ja-JP" altLang="en-US" sz="24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8033B13C-1BC8-33B2-0F65-B5B0CF8DB791}"/>
              </a:ext>
            </a:extLst>
          </p:cNvPr>
          <p:cNvCxnSpPr>
            <a:cxnSpLocks/>
          </p:cNvCxnSpPr>
          <p:nvPr/>
        </p:nvCxnSpPr>
        <p:spPr>
          <a:xfrm>
            <a:off x="1917700" y="4079427"/>
            <a:ext cx="11049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F7390A8E-53D4-F16F-9F0A-E3D69CC2A4A0}"/>
              </a:ext>
            </a:extLst>
          </p:cNvPr>
          <p:cNvSpPr txBox="1"/>
          <p:nvPr/>
        </p:nvSpPr>
        <p:spPr>
          <a:xfrm>
            <a:off x="3111500" y="3882231"/>
            <a:ext cx="2173993" cy="461665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solidFill>
                  <a:schemeClr val="bg1"/>
                </a:solidFill>
                <a:latin typeface="+mn-ea"/>
              </a:rPr>
              <a:t>[1,     4, -1, 3, 5]</a:t>
            </a:r>
            <a:endParaRPr kumimoji="1" lang="ja-JP" altLang="en-US" sz="2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0DBB93B5-C5D5-E468-3DD1-44DD869E1A3D}"/>
              </a:ext>
            </a:extLst>
          </p:cNvPr>
          <p:cNvSpPr/>
          <p:nvPr/>
        </p:nvSpPr>
        <p:spPr>
          <a:xfrm>
            <a:off x="9942025" y="3201134"/>
            <a:ext cx="7823200" cy="316560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remove()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は、</a:t>
            </a:r>
            <a:r>
              <a:rPr kumimoji="1" lang="ja-JP" altLang="en-US" sz="2400" dirty="0">
                <a:solidFill>
                  <a:schemeClr val="tx1"/>
                </a:solidFill>
                <a:highlight>
                  <a:srgbClr val="FFFFFF"/>
                </a:highlight>
                <a:latin typeface="Noto Sans JP" panose="020B0200000000000000" pitchFamily="50" charset="-128"/>
                <a:ea typeface="Noto Sans JP" panose="020B0200000000000000" pitchFamily="50" charset="-128"/>
              </a:rPr>
              <a:t>指定した値を持つ最初の要素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を削除します。</a:t>
            </a:r>
          </a:p>
          <a:p>
            <a:endParaRPr kumimoji="1" lang="ja-JP" altLang="en-US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現在のリスト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a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は 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[1, 3, 4, -1, 3, 5] 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です。</a:t>
            </a:r>
          </a:p>
          <a:p>
            <a:endParaRPr kumimoji="1" lang="ja-JP" altLang="en-US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このリストには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3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が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2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つありますが、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remove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は最初の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3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（インデックス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1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の位置にある）のみを削除します。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9CA0DD6C-B4D1-F28B-F840-41843D351838}"/>
              </a:ext>
            </a:extLst>
          </p:cNvPr>
          <p:cNvSpPr/>
          <p:nvPr/>
        </p:nvSpPr>
        <p:spPr>
          <a:xfrm>
            <a:off x="9942025" y="2520418"/>
            <a:ext cx="3132724" cy="68806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 </a:t>
            </a:r>
            <a:r>
              <a:rPr kumimoji="1" lang="en-US" altLang="ja-JP" sz="24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remove</a:t>
            </a:r>
            <a:r>
              <a:rPr kumimoji="1" lang="ja-JP" altLang="en-US" sz="24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メソッド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3E2A170C-CA2B-2F9B-3212-DCC3ABF4E8AB}"/>
              </a:ext>
            </a:extLst>
          </p:cNvPr>
          <p:cNvSpPr/>
          <p:nvPr/>
        </p:nvSpPr>
        <p:spPr>
          <a:xfrm>
            <a:off x="7296237" y="3687165"/>
            <a:ext cx="205213" cy="33729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C7F99100-DC8C-4CF9-B5B1-5D109C4870FE}"/>
              </a:ext>
            </a:extLst>
          </p:cNvPr>
          <p:cNvSpPr/>
          <p:nvPr/>
        </p:nvSpPr>
        <p:spPr>
          <a:xfrm>
            <a:off x="3583371" y="3956998"/>
            <a:ext cx="186557" cy="33729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</p:spTree>
    <p:extLst>
      <p:ext uri="{BB962C8B-B14F-4D97-AF65-F5344CB8AC3E}">
        <p14:creationId xmlns:p14="http://schemas.microsoft.com/office/powerpoint/2010/main" val="2719424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17" grpId="0" animBg="1"/>
      <p:bldP spid="18" grpId="0" animBg="1"/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B7E79-211D-32E7-9D9A-262EC32F1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>
            <a:extLst>
              <a:ext uri="{FF2B5EF4-FFF2-40B4-BE49-F238E27FC236}">
                <a16:creationId xmlns:a16="http://schemas.microsoft.com/office/drawing/2014/main" id="{B0D7B77A-138A-14E9-ECB0-AF595DCA2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775" y="348253"/>
            <a:ext cx="17646914" cy="770016"/>
          </a:xfrm>
        </p:spPr>
        <p:txBody>
          <a:bodyPr/>
          <a:lstStyle/>
          <a:p>
            <a:r>
              <a:rPr lang="en-US" altLang="ja-JP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19.map</a:t>
            </a:r>
            <a:r>
              <a:rPr lang="ja-JP" altLang="en-US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関数と</a:t>
            </a:r>
            <a:r>
              <a:rPr lang="en-US" altLang="ja-JP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lambda</a:t>
            </a:r>
            <a:r>
              <a:rPr lang="ja-JP" altLang="en-US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式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33BA3A2-16B3-02B7-E39B-8007C5995C4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Prime Study 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第</a:t>
            </a:r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3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回</a:t>
            </a:r>
            <a:endParaRPr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47F91208-FDF4-6CF3-A02C-69D997577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75" y="1700538"/>
            <a:ext cx="11431595" cy="7744906"/>
          </a:xfrm>
          <a:prstGeom prst="rect">
            <a:avLst/>
          </a:prstGeom>
        </p:spPr>
      </p:pic>
      <p:sp>
        <p:nvSpPr>
          <p:cNvPr id="5" name="楕円 4">
            <a:extLst>
              <a:ext uri="{FF2B5EF4-FFF2-40B4-BE49-F238E27FC236}">
                <a16:creationId xmlns:a16="http://schemas.microsoft.com/office/drawing/2014/main" id="{1C1A012D-A6A8-6A84-FC31-DD3827BFDDD2}"/>
              </a:ext>
            </a:extLst>
          </p:cNvPr>
          <p:cNvSpPr/>
          <p:nvPr/>
        </p:nvSpPr>
        <p:spPr>
          <a:xfrm>
            <a:off x="817419" y="8697302"/>
            <a:ext cx="387927" cy="38792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2C8310F-3524-3E00-FE6A-41C401EADBB6}"/>
              </a:ext>
            </a:extLst>
          </p:cNvPr>
          <p:cNvSpPr/>
          <p:nvPr/>
        </p:nvSpPr>
        <p:spPr>
          <a:xfrm>
            <a:off x="9942025" y="1116361"/>
            <a:ext cx="7823200" cy="21621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map() 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とは</a:t>
            </a:r>
            <a:r>
              <a:rPr lang="ja-JP" altLang="en-US" sz="2400" b="1" dirty="0">
                <a:solidFill>
                  <a:srgbClr val="FF0000"/>
                </a:solidFill>
              </a:rPr>
              <a:t>リストなどの要素に、同じ処理を順番に適用する」ための関数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です。</a:t>
            </a:r>
            <a:endParaRPr kumimoji="1"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endParaRPr kumimoji="1" lang="ja-JP" altLang="en-US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map(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処理する関数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, 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データ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)</a:t>
            </a:r>
          </a:p>
          <a:p>
            <a:pPr>
              <a:lnSpc>
                <a:spcPct val="150000"/>
              </a:lnSpc>
            </a:pPr>
            <a:endParaRPr kumimoji="1"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7D7B379-207D-B045-692F-E31B80959762}"/>
              </a:ext>
            </a:extLst>
          </p:cNvPr>
          <p:cNvSpPr/>
          <p:nvPr/>
        </p:nvSpPr>
        <p:spPr>
          <a:xfrm>
            <a:off x="9942025" y="428300"/>
            <a:ext cx="3132724" cy="68806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 </a:t>
            </a:r>
            <a:r>
              <a:rPr kumimoji="1" lang="en-US" altLang="ja-JP" sz="24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map</a:t>
            </a:r>
            <a:r>
              <a:rPr kumimoji="1" lang="ja-JP" altLang="en-US" sz="24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関数とは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4FE79D3-007D-DF6E-3807-6D40EF2C7B0F}"/>
              </a:ext>
            </a:extLst>
          </p:cNvPr>
          <p:cNvSpPr txBox="1"/>
          <p:nvPr/>
        </p:nvSpPr>
        <p:spPr>
          <a:xfrm>
            <a:off x="2812472" y="8655737"/>
            <a:ext cx="3996607" cy="5078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  <a:latin typeface="+mj-ea"/>
                <a:ea typeface="+mj-ea"/>
              </a:rPr>
              <a:t>→ 出力は </a:t>
            </a:r>
            <a:r>
              <a:rPr kumimoji="1" lang="en-US" altLang="ja-JP" dirty="0">
                <a:solidFill>
                  <a:srgbClr val="FF0000"/>
                </a:solidFill>
                <a:latin typeface="+mj-ea"/>
                <a:ea typeface="+mj-ea"/>
              </a:rPr>
              <a:t>[0, 1, 8, 27, 64]</a:t>
            </a:r>
            <a:endParaRPr kumimoji="1" lang="ja-JP" altLang="en-US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F697850-8ED4-184C-6D7A-BE08C6D634B8}"/>
              </a:ext>
            </a:extLst>
          </p:cNvPr>
          <p:cNvSpPr/>
          <p:nvPr/>
        </p:nvSpPr>
        <p:spPr>
          <a:xfrm>
            <a:off x="9942025" y="4810681"/>
            <a:ext cx="7823200" cy="463476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+mj-lt"/>
              <a:buAutoNum type="arabicPeriod"/>
            </a:pP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range(5) → [0, 1, 2, 3, 4] 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を生成</a:t>
            </a:r>
          </a:p>
          <a:p>
            <a:pPr marL="457200" indent="-457200">
              <a:buFont typeface="+mj-lt"/>
              <a:buAutoNum type="arabicPeriod"/>
            </a:pP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lambda a: a ** 3 → 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「数字 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a 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を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3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乗する」関数を作成</a:t>
            </a:r>
          </a:p>
          <a:p>
            <a:pPr marL="457200" indent="-457200">
              <a:buFont typeface="+mj-lt"/>
              <a:buAutoNum type="arabicPeriod"/>
            </a:pP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map(lambda a: a ** 3, range(5))</a:t>
            </a:r>
          </a:p>
          <a:p>
            <a:endParaRPr kumimoji="1"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0 → 0**3 = 0</a:t>
            </a:r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1 → 1**3 = 1</a:t>
            </a:r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2 → 2**3 = 8</a:t>
            </a:r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3 → 3**3 = 27</a:t>
            </a:r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4 → 4**3 = 64</a:t>
            </a:r>
          </a:p>
          <a:p>
            <a:endParaRPr kumimoji="1"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marL="457200" indent="-457200">
              <a:buFont typeface="+mj-lt"/>
              <a:buAutoNum type="arabicPeriod" startAt="4"/>
            </a:pP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list(...) 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でリストに変換 → 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[0, 1, 8, 27, 64]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B83DACD-D2C5-C537-26F7-54948AC79ED6}"/>
              </a:ext>
            </a:extLst>
          </p:cNvPr>
          <p:cNvSpPr/>
          <p:nvPr/>
        </p:nvSpPr>
        <p:spPr>
          <a:xfrm>
            <a:off x="9942025" y="4122620"/>
            <a:ext cx="3132724" cy="68806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コードでの動き</a:t>
            </a: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9D3B2C30-718B-7448-BEEA-EA878AAE78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732" y="4791655"/>
            <a:ext cx="7259063" cy="342948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0A4A5BBC-5FEE-3F88-FA82-100C385377AF}"/>
              </a:ext>
            </a:extLst>
          </p:cNvPr>
          <p:cNvSpPr/>
          <p:nvPr/>
        </p:nvSpPr>
        <p:spPr>
          <a:xfrm>
            <a:off x="160746" y="4791655"/>
            <a:ext cx="718597" cy="34294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800" b="1" dirty="0"/>
              <a:t>正解</a:t>
            </a:r>
          </a:p>
        </p:txBody>
      </p:sp>
    </p:spTree>
    <p:extLst>
      <p:ext uri="{BB962C8B-B14F-4D97-AF65-F5344CB8AC3E}">
        <p14:creationId xmlns:p14="http://schemas.microsoft.com/office/powerpoint/2010/main" val="2016090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3" grpId="0" animBg="1"/>
      <p:bldP spid="7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075FF-66CE-071A-BE7B-49113CB0D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>
            <a:extLst>
              <a:ext uri="{FF2B5EF4-FFF2-40B4-BE49-F238E27FC236}">
                <a16:creationId xmlns:a16="http://schemas.microsoft.com/office/drawing/2014/main" id="{2FA840EC-4BFB-0739-7550-DD3D8EA3C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775" y="348253"/>
            <a:ext cx="17646914" cy="770016"/>
          </a:xfrm>
        </p:spPr>
        <p:txBody>
          <a:bodyPr/>
          <a:lstStyle/>
          <a:p>
            <a:r>
              <a:rPr lang="en-US" altLang="ja-JP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19.map</a:t>
            </a:r>
            <a:r>
              <a:rPr lang="ja-JP" altLang="en-US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関数と</a:t>
            </a:r>
            <a:r>
              <a:rPr lang="en-US" altLang="ja-JP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lambda</a:t>
            </a:r>
            <a:r>
              <a:rPr lang="ja-JP" altLang="en-US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式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7FE800C-47C4-2AB4-61C0-39AD318B181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Prime Study 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第</a:t>
            </a:r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3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回</a:t>
            </a:r>
            <a:endParaRPr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DC45795-58EE-440E-5998-719AC01B8C7D}"/>
              </a:ext>
            </a:extLst>
          </p:cNvPr>
          <p:cNvSpPr/>
          <p:nvPr/>
        </p:nvSpPr>
        <p:spPr>
          <a:xfrm>
            <a:off x="522775" y="2493299"/>
            <a:ext cx="17141770" cy="162932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kumimoji="1" lang="en-US" altLang="ja-JP" sz="28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cubes = list(map(lambda a: a ** 3, range(5)))</a:t>
            </a:r>
          </a:p>
          <a:p>
            <a:pPr>
              <a:lnSpc>
                <a:spcPct val="150000"/>
              </a:lnSpc>
            </a:pPr>
            <a:r>
              <a:rPr kumimoji="1" lang="en-US" altLang="ja-JP" sz="28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print(cubes)   </a:t>
            </a:r>
            <a:r>
              <a:rPr kumimoji="1" lang="en-US" altLang="ja-JP" sz="2800" dirty="0">
                <a:solidFill>
                  <a:srgbClr val="00B05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# [0, 1, 8, 27, 64]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4CAFB4A-2317-D287-2FAC-E668683339FE}"/>
              </a:ext>
            </a:extLst>
          </p:cNvPr>
          <p:cNvSpPr/>
          <p:nvPr/>
        </p:nvSpPr>
        <p:spPr>
          <a:xfrm>
            <a:off x="522775" y="1805238"/>
            <a:ext cx="3132724" cy="68806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4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map</a:t>
            </a:r>
            <a:r>
              <a:rPr kumimoji="1" lang="ja-JP" altLang="en-US" sz="24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関数を使用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F972A2CD-AB08-DFB4-B255-AEAFC2FAB6A2}"/>
              </a:ext>
            </a:extLst>
          </p:cNvPr>
          <p:cNvSpPr/>
          <p:nvPr/>
        </p:nvSpPr>
        <p:spPr>
          <a:xfrm>
            <a:off x="522775" y="5603442"/>
            <a:ext cx="17141770" cy="384185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kumimoji="1" lang="en-US" altLang="ja-JP" sz="28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cubes = []</a:t>
            </a:r>
          </a:p>
          <a:p>
            <a:pPr>
              <a:lnSpc>
                <a:spcPct val="150000"/>
              </a:lnSpc>
            </a:pPr>
            <a:r>
              <a:rPr kumimoji="1" lang="en-US" altLang="ja-JP" sz="28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for a in range(5):</a:t>
            </a:r>
          </a:p>
          <a:p>
            <a:pPr>
              <a:lnSpc>
                <a:spcPct val="150000"/>
              </a:lnSpc>
            </a:pPr>
            <a:r>
              <a:rPr kumimoji="1" lang="en-US" altLang="ja-JP" sz="28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    </a:t>
            </a:r>
            <a:r>
              <a:rPr kumimoji="1" lang="en-US" altLang="ja-JP" sz="2800" dirty="0" err="1">
                <a:latin typeface="Noto Sans JP" panose="020B0200000000000000" pitchFamily="50" charset="-128"/>
                <a:ea typeface="Noto Sans JP" panose="020B0200000000000000" pitchFamily="50" charset="-128"/>
              </a:rPr>
              <a:t>cubes.append</a:t>
            </a:r>
            <a:r>
              <a:rPr kumimoji="1" lang="en-US" altLang="ja-JP" sz="28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(a ** 3)</a:t>
            </a:r>
          </a:p>
          <a:p>
            <a:pPr>
              <a:lnSpc>
                <a:spcPct val="150000"/>
              </a:lnSpc>
            </a:pPr>
            <a:endParaRPr kumimoji="1" lang="en-US" altLang="ja-JP" sz="28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kumimoji="1" lang="en-US" altLang="ja-JP" sz="28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print(cubes)   </a:t>
            </a:r>
            <a:r>
              <a:rPr kumimoji="1" lang="en-US" altLang="ja-JP" sz="2800" dirty="0">
                <a:solidFill>
                  <a:srgbClr val="00B05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# [0, 1, 8, 27, 64]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905A8348-6619-4728-D8CA-614803609F01}"/>
              </a:ext>
            </a:extLst>
          </p:cNvPr>
          <p:cNvSpPr/>
          <p:nvPr/>
        </p:nvSpPr>
        <p:spPr>
          <a:xfrm>
            <a:off x="522775" y="4915381"/>
            <a:ext cx="3132724" cy="68806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4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for</a:t>
            </a:r>
            <a:r>
              <a:rPr kumimoji="1" lang="ja-JP" altLang="en-US" sz="24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文</a:t>
            </a:r>
          </a:p>
        </p:txBody>
      </p:sp>
    </p:spTree>
    <p:extLst>
      <p:ext uri="{BB962C8B-B14F-4D97-AF65-F5344CB8AC3E}">
        <p14:creationId xmlns:p14="http://schemas.microsoft.com/office/powerpoint/2010/main" val="497099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4" grpId="0" animBg="1"/>
      <p:bldP spid="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A9562-65A6-BBCF-6B60-18020C1FA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2D6B40BC-5B7C-EAB9-5E28-A817DF472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75" y="1708102"/>
            <a:ext cx="13937555" cy="7809971"/>
          </a:xfrm>
          <a:prstGeom prst="rect">
            <a:avLst/>
          </a:prstGeom>
        </p:spPr>
      </p:pic>
      <p:sp>
        <p:nvSpPr>
          <p:cNvPr id="8" name="タイトル 7">
            <a:extLst>
              <a:ext uri="{FF2B5EF4-FFF2-40B4-BE49-F238E27FC236}">
                <a16:creationId xmlns:a16="http://schemas.microsoft.com/office/drawing/2014/main" id="{DD8433B7-06E6-D82E-62CE-15F30806F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775" y="348253"/>
            <a:ext cx="17646914" cy="770016"/>
          </a:xfrm>
        </p:spPr>
        <p:txBody>
          <a:bodyPr/>
          <a:lstStyle/>
          <a:p>
            <a:r>
              <a:rPr lang="en-US" altLang="ja-JP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20.</a:t>
            </a:r>
            <a:r>
              <a:rPr lang="ja-JP" altLang="en-US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ネストされた内包表記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E21C52F-81A7-7F56-4BD1-02F9186DE9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Prime Study 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第</a:t>
            </a:r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3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回</a:t>
            </a:r>
            <a:endParaRPr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004D5C55-2F42-7C6D-55C4-5AAF087791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4639" y="3808253"/>
            <a:ext cx="7135691" cy="5811542"/>
          </a:xfrm>
          <a:prstGeom prst="rect">
            <a:avLst/>
          </a:prstGeom>
        </p:spPr>
      </p:pic>
      <p:sp>
        <p:nvSpPr>
          <p:cNvPr id="5" name="楕円 4">
            <a:extLst>
              <a:ext uri="{FF2B5EF4-FFF2-40B4-BE49-F238E27FC236}">
                <a16:creationId xmlns:a16="http://schemas.microsoft.com/office/drawing/2014/main" id="{01B4922F-AF43-8BAA-9649-CBD15DAD467E}"/>
              </a:ext>
            </a:extLst>
          </p:cNvPr>
          <p:cNvSpPr/>
          <p:nvPr/>
        </p:nvSpPr>
        <p:spPr>
          <a:xfrm>
            <a:off x="7689274" y="8779094"/>
            <a:ext cx="387927" cy="38792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6EB33BD-2ECD-DB0B-545A-9727FA896C5F}"/>
              </a:ext>
            </a:extLst>
          </p:cNvPr>
          <p:cNvSpPr/>
          <p:nvPr/>
        </p:nvSpPr>
        <p:spPr>
          <a:xfrm>
            <a:off x="7397375" y="2537032"/>
            <a:ext cx="10412679" cy="91696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[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式 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for 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要素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1 in 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イテラブル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1 for 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要素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2 in 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イテラブル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2 ... if 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条件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]</a:t>
            </a:r>
            <a:endParaRPr kumimoji="1" lang="ja-JP" altLang="en-US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9953CDB-EFB7-5087-A526-C603D8C6DB62}"/>
              </a:ext>
            </a:extLst>
          </p:cNvPr>
          <p:cNvSpPr/>
          <p:nvPr/>
        </p:nvSpPr>
        <p:spPr>
          <a:xfrm>
            <a:off x="7397375" y="1848971"/>
            <a:ext cx="3790596" cy="68806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 ネストされた内包表記</a:t>
            </a:r>
          </a:p>
        </p:txBody>
      </p:sp>
    </p:spTree>
    <p:extLst>
      <p:ext uri="{BB962C8B-B14F-4D97-AF65-F5344CB8AC3E}">
        <p14:creationId xmlns:p14="http://schemas.microsoft.com/office/powerpoint/2010/main" val="584451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3AC1B-70D3-807F-A041-51477A423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CCD5570A-3D72-ED90-5966-7DE464FEE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75" y="1613496"/>
            <a:ext cx="8849960" cy="8002117"/>
          </a:xfrm>
          <a:prstGeom prst="rect">
            <a:avLst/>
          </a:prstGeom>
        </p:spPr>
      </p:pic>
      <p:sp>
        <p:nvSpPr>
          <p:cNvPr id="8" name="タイトル 7">
            <a:extLst>
              <a:ext uri="{FF2B5EF4-FFF2-40B4-BE49-F238E27FC236}">
                <a16:creationId xmlns:a16="http://schemas.microsoft.com/office/drawing/2014/main" id="{8C89997C-6AEB-ABAB-4D20-A25F7B0E1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775" y="348253"/>
            <a:ext cx="17646914" cy="770016"/>
          </a:xfrm>
        </p:spPr>
        <p:txBody>
          <a:bodyPr/>
          <a:lstStyle/>
          <a:p>
            <a:r>
              <a:rPr lang="en-US" altLang="ja-JP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21.zip</a:t>
            </a:r>
            <a:r>
              <a:rPr lang="ja-JP" altLang="en-US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関数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1739609-A874-8007-9946-0412A2D1BBE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Prime Study 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第</a:t>
            </a:r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3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回</a:t>
            </a:r>
            <a:endParaRPr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CC03C453-0BA5-941B-E7E6-0D104C740CEC}"/>
              </a:ext>
            </a:extLst>
          </p:cNvPr>
          <p:cNvSpPr/>
          <p:nvPr/>
        </p:nvSpPr>
        <p:spPr>
          <a:xfrm>
            <a:off x="762001" y="8058657"/>
            <a:ext cx="387927" cy="38792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ECE1E0C-9B61-E62A-14A3-C85552D2FBED}"/>
              </a:ext>
            </a:extLst>
          </p:cNvPr>
          <p:cNvSpPr txBox="1"/>
          <p:nvPr/>
        </p:nvSpPr>
        <p:spPr>
          <a:xfrm>
            <a:off x="8984681" y="5459080"/>
            <a:ext cx="6080511" cy="5078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  <a:latin typeface="+mj-ea"/>
                <a:ea typeface="+mj-ea"/>
              </a:rPr>
              <a:t>✕ </a:t>
            </a:r>
            <a:r>
              <a:rPr lang="ja-JP" altLang="en-US" dirty="0">
                <a:solidFill>
                  <a:srgbClr val="FF0000"/>
                </a:solidFill>
              </a:rPr>
              <a:t>文法エラー。関数なので（）を使う</a:t>
            </a:r>
            <a:endParaRPr kumimoji="1" lang="ja-JP" altLang="en-US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114C8E7-3C62-6066-C376-712B8B79208D}"/>
              </a:ext>
            </a:extLst>
          </p:cNvPr>
          <p:cNvSpPr txBox="1"/>
          <p:nvPr/>
        </p:nvSpPr>
        <p:spPr>
          <a:xfrm>
            <a:off x="8984681" y="6292455"/>
            <a:ext cx="2890535" cy="5078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  <a:latin typeface="+mj-ea"/>
                <a:ea typeface="+mj-ea"/>
              </a:rPr>
              <a:t>✕リスト化が必要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E5FDEBD-A859-A5BF-3CDC-970709C6FEAC}"/>
              </a:ext>
            </a:extLst>
          </p:cNvPr>
          <p:cNvSpPr txBox="1"/>
          <p:nvPr/>
        </p:nvSpPr>
        <p:spPr>
          <a:xfrm>
            <a:off x="8984681" y="7070784"/>
            <a:ext cx="8395247" cy="92333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  <a:latin typeface="+mj-ea"/>
                <a:ea typeface="+mj-ea"/>
              </a:rPr>
              <a:t>✕アンパックにしないと行ごとの処理になってしまう</a:t>
            </a:r>
            <a:endParaRPr kumimoji="1" lang="en-US" altLang="ja-JP" dirty="0">
              <a:solidFill>
                <a:srgbClr val="FF0000"/>
              </a:solidFill>
              <a:latin typeface="+mj-ea"/>
              <a:ea typeface="+mj-ea"/>
            </a:endParaRPr>
          </a:p>
          <a:p>
            <a:r>
              <a:rPr kumimoji="1" lang="ja-JP" altLang="en-US" dirty="0">
                <a:solidFill>
                  <a:srgbClr val="FF0000"/>
                </a:solidFill>
                <a:latin typeface="+mj-ea"/>
                <a:ea typeface="+mj-ea"/>
              </a:rPr>
              <a:t>　</a:t>
            </a:r>
            <a:r>
              <a:rPr kumimoji="1" lang="en-US" altLang="ja-JP" dirty="0">
                <a:solidFill>
                  <a:srgbClr val="FF0000"/>
                </a:solidFill>
                <a:latin typeface="+mj-ea"/>
                <a:ea typeface="+mj-ea"/>
              </a:rPr>
              <a:t>list</a:t>
            </a:r>
            <a:r>
              <a:rPr kumimoji="1" lang="ja-JP" altLang="en-US" dirty="0">
                <a:solidFill>
                  <a:srgbClr val="FF0000"/>
                </a:solidFill>
                <a:latin typeface="+mj-ea"/>
                <a:ea typeface="+mj-ea"/>
              </a:rPr>
              <a:t>と</a:t>
            </a:r>
            <a:r>
              <a:rPr kumimoji="1" lang="en-US" altLang="ja-JP" dirty="0">
                <a:solidFill>
                  <a:srgbClr val="FF0000"/>
                </a:solidFill>
                <a:latin typeface="+mj-ea"/>
                <a:ea typeface="+mj-ea"/>
              </a:rPr>
              <a:t>zip</a:t>
            </a:r>
            <a:r>
              <a:rPr kumimoji="1" lang="ja-JP" altLang="en-US" dirty="0">
                <a:solidFill>
                  <a:srgbClr val="FF0000"/>
                </a:solidFill>
                <a:latin typeface="+mj-ea"/>
                <a:ea typeface="+mj-ea"/>
              </a:rPr>
              <a:t>の位置関係が逆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F12E1D3-205F-A51D-F01B-DF2319ACBD0A}"/>
              </a:ext>
            </a:extLst>
          </p:cNvPr>
          <p:cNvSpPr txBox="1"/>
          <p:nvPr/>
        </p:nvSpPr>
        <p:spPr>
          <a:xfrm>
            <a:off x="8984681" y="8893312"/>
            <a:ext cx="8395247" cy="5078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  <a:latin typeface="+mj-ea"/>
                <a:ea typeface="+mj-ea"/>
              </a:rPr>
              <a:t>✕アンパックにしないと行ごとの処理になってしまう</a:t>
            </a:r>
          </a:p>
        </p:txBody>
      </p:sp>
    </p:spTree>
    <p:extLst>
      <p:ext uri="{BB962C8B-B14F-4D97-AF65-F5344CB8AC3E}">
        <p14:creationId xmlns:p14="http://schemas.microsoft.com/office/powerpoint/2010/main" val="41881557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8D90E-0EC0-9961-5DAD-5B496929F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>
            <a:extLst>
              <a:ext uri="{FF2B5EF4-FFF2-40B4-BE49-F238E27FC236}">
                <a16:creationId xmlns:a16="http://schemas.microsoft.com/office/drawing/2014/main" id="{F16584A0-BFC1-AAEB-DD85-E75D4A1FD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775" y="348253"/>
            <a:ext cx="17646914" cy="770016"/>
          </a:xfrm>
        </p:spPr>
        <p:txBody>
          <a:bodyPr/>
          <a:lstStyle/>
          <a:p>
            <a:r>
              <a:rPr lang="en-US" altLang="ja-JP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24.</a:t>
            </a:r>
            <a:r>
              <a:rPr lang="ja-JP" altLang="en-US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タプルや文字列の比較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5E600CE-CEBF-9C16-6A86-4A5E0951B68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Prime Study 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第</a:t>
            </a:r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3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回</a:t>
            </a:r>
            <a:endParaRPr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807F90C7-4D0D-6300-0C54-90AC271A4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549" y="2151703"/>
            <a:ext cx="17272901" cy="5983593"/>
          </a:xfrm>
          <a:prstGeom prst="rect">
            <a:avLst/>
          </a:prstGeom>
        </p:spPr>
      </p:pic>
      <p:sp>
        <p:nvSpPr>
          <p:cNvPr id="5" name="楕円 4">
            <a:extLst>
              <a:ext uri="{FF2B5EF4-FFF2-40B4-BE49-F238E27FC236}">
                <a16:creationId xmlns:a16="http://schemas.microsoft.com/office/drawing/2014/main" id="{77E95EDE-EEBD-3D83-3A20-BDCA0A5CA0AB}"/>
              </a:ext>
            </a:extLst>
          </p:cNvPr>
          <p:cNvSpPr/>
          <p:nvPr/>
        </p:nvSpPr>
        <p:spPr>
          <a:xfrm>
            <a:off x="804719" y="6390715"/>
            <a:ext cx="387927" cy="38792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4E23D42-CD19-7AC4-9E36-F5D8D97EB20A}"/>
              </a:ext>
            </a:extLst>
          </p:cNvPr>
          <p:cNvSpPr/>
          <p:nvPr/>
        </p:nvSpPr>
        <p:spPr>
          <a:xfrm>
            <a:off x="8128000" y="3293336"/>
            <a:ext cx="9637225" cy="560806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1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番目の要素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: 2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と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2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は同じです。</a:t>
            </a:r>
          </a:p>
          <a:p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2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番目の要素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: 3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と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3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は同じです。</a:t>
            </a:r>
          </a:p>
          <a:p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3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番目の要素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: 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タプル同士を比較します。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('</a:t>
            </a:r>
            <a:r>
              <a:rPr kumimoji="1" lang="en-US" altLang="ja-JP" sz="2400" dirty="0" err="1">
                <a:latin typeface="Noto Sans JP" panose="020B0200000000000000" pitchFamily="50" charset="-128"/>
                <a:ea typeface="Noto Sans JP" panose="020B0200000000000000" pitchFamily="50" charset="-128"/>
              </a:rPr>
              <a:t>aa','ab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')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と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('</a:t>
            </a:r>
            <a:r>
              <a:rPr kumimoji="1" lang="en-US" altLang="ja-JP" sz="2400" dirty="0" err="1">
                <a:latin typeface="Noto Sans JP" panose="020B0200000000000000" pitchFamily="50" charset="-128"/>
                <a:ea typeface="Noto Sans JP" panose="020B0200000000000000" pitchFamily="50" charset="-128"/>
              </a:rPr>
              <a:t>abc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','a')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です。</a:t>
            </a:r>
          </a:p>
          <a:p>
            <a:endParaRPr kumimoji="1" lang="ja-JP" altLang="en-US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'aa'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と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'</a:t>
            </a:r>
            <a:r>
              <a:rPr kumimoji="1" lang="en-US" altLang="ja-JP" sz="2400" dirty="0" err="1">
                <a:latin typeface="Noto Sans JP" panose="020B0200000000000000" pitchFamily="50" charset="-128"/>
                <a:ea typeface="Noto Sans JP" panose="020B0200000000000000" pitchFamily="50" charset="-128"/>
              </a:rPr>
              <a:t>abc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'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を比較します。</a:t>
            </a:r>
            <a:endParaRPr kumimoji="1"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endParaRPr kumimoji="1" lang="ja-JP" altLang="en-US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2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文字目まで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a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が同じです。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'aa'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はここで終わりですが、</a:t>
            </a:r>
            <a:endParaRPr kumimoji="1"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'</a:t>
            </a:r>
            <a:r>
              <a:rPr kumimoji="1" lang="en-US" altLang="ja-JP" sz="2400" dirty="0" err="1">
                <a:latin typeface="Noto Sans JP" panose="020B0200000000000000" pitchFamily="50" charset="-128"/>
                <a:ea typeface="Noto Sans JP" panose="020B0200000000000000" pitchFamily="50" charset="-128"/>
              </a:rPr>
              <a:t>abc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'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は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c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が続きます。</a:t>
            </a:r>
          </a:p>
          <a:p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 短い方が小さいと見なされるので、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'aa' &lt; '</a:t>
            </a:r>
            <a:r>
              <a:rPr kumimoji="1" lang="en-US" altLang="ja-JP" sz="2400" dirty="0" err="1">
                <a:latin typeface="Noto Sans JP" panose="020B0200000000000000" pitchFamily="50" charset="-128"/>
                <a:ea typeface="Noto Sans JP" panose="020B0200000000000000" pitchFamily="50" charset="-128"/>
              </a:rPr>
              <a:t>abc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' 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は真（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True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）です。</a:t>
            </a:r>
          </a:p>
          <a:p>
            <a:endParaRPr kumimoji="1" lang="ja-JP" altLang="en-US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3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番目の要素で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True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と判定されるため、式全体は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True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となります。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A08B71D-5526-CF2E-99F0-87EE6FDB874C}"/>
              </a:ext>
            </a:extLst>
          </p:cNvPr>
          <p:cNvSpPr/>
          <p:nvPr/>
        </p:nvSpPr>
        <p:spPr>
          <a:xfrm>
            <a:off x="8128000" y="2605275"/>
            <a:ext cx="3132724" cy="68806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 選択肢</a:t>
            </a:r>
            <a:r>
              <a:rPr kumimoji="1" lang="en-US" altLang="ja-JP" sz="24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4</a:t>
            </a:r>
            <a:r>
              <a:rPr kumimoji="1" lang="ja-JP" altLang="en-US" sz="24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の比較</a:t>
            </a:r>
          </a:p>
        </p:txBody>
      </p:sp>
    </p:spTree>
    <p:extLst>
      <p:ext uri="{BB962C8B-B14F-4D97-AF65-F5344CB8AC3E}">
        <p14:creationId xmlns:p14="http://schemas.microsoft.com/office/powerpoint/2010/main" val="3265432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A5FEB-14C1-9067-FEDD-94F7315D2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F9561150-F6D7-33F4-EDD7-B4E1AEB13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75" y="1776027"/>
            <a:ext cx="15352470" cy="7520373"/>
          </a:xfrm>
          <a:prstGeom prst="rect">
            <a:avLst/>
          </a:prstGeom>
        </p:spPr>
      </p:pic>
      <p:sp>
        <p:nvSpPr>
          <p:cNvPr id="8" name="タイトル 7">
            <a:extLst>
              <a:ext uri="{FF2B5EF4-FFF2-40B4-BE49-F238E27FC236}">
                <a16:creationId xmlns:a16="http://schemas.microsoft.com/office/drawing/2014/main" id="{7D1005A6-BF4B-C8AE-F358-D68172549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775" y="348253"/>
            <a:ext cx="17646914" cy="770016"/>
          </a:xfrm>
        </p:spPr>
        <p:txBody>
          <a:bodyPr/>
          <a:lstStyle/>
          <a:p>
            <a:r>
              <a:rPr lang="en-US" altLang="ja-JP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28.</a:t>
            </a:r>
            <a:r>
              <a:rPr lang="ja-JP" altLang="en-US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 クリーンアップ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7CFD244-6597-6B53-36E9-681084113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Prime Study 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第</a:t>
            </a:r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3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回</a:t>
            </a:r>
            <a:endParaRPr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F0D4E754-6E26-CEBE-021B-E55D880ADA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8199" y="3249022"/>
            <a:ext cx="4165082" cy="6047378"/>
          </a:xfrm>
          <a:prstGeom prst="rect">
            <a:avLst/>
          </a:prstGeom>
          <a:ln w="38100">
            <a:solidFill>
              <a:srgbClr val="0066FF"/>
            </a:solidFill>
          </a:ln>
        </p:spPr>
      </p:pic>
      <p:sp>
        <p:nvSpPr>
          <p:cNvPr id="5" name="楕円 4">
            <a:extLst>
              <a:ext uri="{FF2B5EF4-FFF2-40B4-BE49-F238E27FC236}">
                <a16:creationId xmlns:a16="http://schemas.microsoft.com/office/drawing/2014/main" id="{82B919D3-EAFF-38D3-C57C-4F5CBA6FFCC8}"/>
              </a:ext>
            </a:extLst>
          </p:cNvPr>
          <p:cNvSpPr/>
          <p:nvPr/>
        </p:nvSpPr>
        <p:spPr>
          <a:xfrm>
            <a:off x="13732926" y="7125007"/>
            <a:ext cx="387927" cy="38792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DFE98CFB-A5DF-21DD-5B89-D924180BA23A}"/>
              </a:ext>
            </a:extLst>
          </p:cNvPr>
          <p:cNvCxnSpPr/>
          <p:nvPr/>
        </p:nvCxnSpPr>
        <p:spPr>
          <a:xfrm>
            <a:off x="4197927" y="3671454"/>
            <a:ext cx="3006437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07FBC8E-56CA-0BE2-E71F-6755C0804202}"/>
              </a:ext>
            </a:extLst>
          </p:cNvPr>
          <p:cNvSpPr txBox="1"/>
          <p:nvPr/>
        </p:nvSpPr>
        <p:spPr>
          <a:xfrm>
            <a:off x="7240341" y="3355572"/>
            <a:ext cx="260840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00B050"/>
                </a:solidFill>
                <a:latin typeface="+mj-ea"/>
                <a:ea typeface="+mj-ea"/>
              </a:rPr>
              <a:t>整数に変換成功</a:t>
            </a:r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B0EFC83D-00D4-8308-EAD4-5F20768F44CF}"/>
              </a:ext>
            </a:extLst>
          </p:cNvPr>
          <p:cNvCxnSpPr/>
          <p:nvPr/>
        </p:nvCxnSpPr>
        <p:spPr>
          <a:xfrm>
            <a:off x="4197927" y="4082305"/>
            <a:ext cx="3006437" cy="0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978A07F4-42D7-BBA4-78AC-5DE89EEAA041}"/>
              </a:ext>
            </a:extLst>
          </p:cNvPr>
          <p:cNvSpPr txBox="1"/>
          <p:nvPr/>
        </p:nvSpPr>
        <p:spPr>
          <a:xfrm>
            <a:off x="7240341" y="3847189"/>
            <a:ext cx="4806124" cy="5078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  <a:latin typeface="+mj-ea"/>
                <a:ea typeface="+mj-ea"/>
              </a:rPr>
              <a:t>整数に変換失敗 → </a:t>
            </a:r>
            <a:r>
              <a:rPr kumimoji="1" lang="en-US" altLang="ja-JP" dirty="0" err="1">
                <a:solidFill>
                  <a:srgbClr val="FF0000"/>
                </a:solidFill>
                <a:latin typeface="+mj-ea"/>
                <a:ea typeface="+mj-ea"/>
              </a:rPr>
              <a:t>ValueError</a:t>
            </a:r>
            <a:endParaRPr kumimoji="1" lang="ja-JP" altLang="en-US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CC4F77B7-A220-3296-CDA6-EE0E3085FF9D}"/>
              </a:ext>
            </a:extLst>
          </p:cNvPr>
          <p:cNvCxnSpPr>
            <a:cxnSpLocks/>
          </p:cNvCxnSpPr>
          <p:nvPr/>
        </p:nvCxnSpPr>
        <p:spPr>
          <a:xfrm>
            <a:off x="3255818" y="6184796"/>
            <a:ext cx="3948546" cy="0"/>
          </a:xfrm>
          <a:prstGeom prst="straightConnector1">
            <a:avLst/>
          </a:prstGeom>
          <a:ln w="38100">
            <a:solidFill>
              <a:srgbClr val="FF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6036414D-0DF9-B45D-E822-F264B865CD32}"/>
              </a:ext>
            </a:extLst>
          </p:cNvPr>
          <p:cNvSpPr txBox="1"/>
          <p:nvPr/>
        </p:nvSpPr>
        <p:spPr>
          <a:xfrm>
            <a:off x="7240341" y="5764880"/>
            <a:ext cx="3690434" cy="5078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 err="1">
                <a:solidFill>
                  <a:srgbClr val="FF0000"/>
                </a:solidFill>
                <a:latin typeface="+mj-ea"/>
                <a:ea typeface="+mj-ea"/>
              </a:rPr>
              <a:t>ValueError</a:t>
            </a:r>
            <a:r>
              <a:rPr kumimoji="1" lang="en-US" altLang="ja-JP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kumimoji="1" lang="ja-JP" altLang="en-US" dirty="0">
                <a:solidFill>
                  <a:srgbClr val="FF0000"/>
                </a:solidFill>
                <a:latin typeface="+mj-ea"/>
                <a:ea typeface="+mj-ea"/>
              </a:rPr>
              <a:t>をキャッチ</a:t>
            </a:r>
          </a:p>
        </p:txBody>
      </p: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67EF6340-596A-E828-E733-84D4F97D4B2E}"/>
              </a:ext>
            </a:extLst>
          </p:cNvPr>
          <p:cNvCxnSpPr>
            <a:cxnSpLocks/>
          </p:cNvCxnSpPr>
          <p:nvPr/>
        </p:nvCxnSpPr>
        <p:spPr>
          <a:xfrm>
            <a:off x="3255818" y="6545014"/>
            <a:ext cx="3948546" cy="0"/>
          </a:xfrm>
          <a:prstGeom prst="straightConnector1">
            <a:avLst/>
          </a:prstGeom>
          <a:ln w="38100">
            <a:solidFill>
              <a:srgbClr val="FF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620280D8-2410-E40B-946D-AB52DD4BA74F}"/>
              </a:ext>
            </a:extLst>
          </p:cNvPr>
          <p:cNvSpPr txBox="1"/>
          <p:nvPr/>
        </p:nvSpPr>
        <p:spPr>
          <a:xfrm>
            <a:off x="7240341" y="6359443"/>
            <a:ext cx="1789272" cy="5078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  <a:latin typeface="+mj-ea"/>
                <a:ea typeface="+mj-ea"/>
              </a:rPr>
              <a:t>“D”</a:t>
            </a:r>
            <a:r>
              <a:rPr kumimoji="1" lang="ja-JP" altLang="en-US" dirty="0">
                <a:solidFill>
                  <a:srgbClr val="FF0000"/>
                </a:solidFill>
                <a:latin typeface="+mj-ea"/>
                <a:ea typeface="+mj-ea"/>
              </a:rPr>
              <a:t>を出力</a:t>
            </a:r>
          </a:p>
        </p:txBody>
      </p: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D02F5EAE-8F93-4121-BC62-B7F37EC80187}"/>
              </a:ext>
            </a:extLst>
          </p:cNvPr>
          <p:cNvCxnSpPr>
            <a:cxnSpLocks/>
          </p:cNvCxnSpPr>
          <p:nvPr/>
        </p:nvCxnSpPr>
        <p:spPr>
          <a:xfrm>
            <a:off x="1648691" y="8650907"/>
            <a:ext cx="5555673" cy="0"/>
          </a:xfrm>
          <a:prstGeom prst="straightConnector1">
            <a:avLst/>
          </a:prstGeom>
          <a:ln w="38100">
            <a:solidFill>
              <a:srgbClr val="00B05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8B04CF98-4074-11CD-384A-5F79C69826FC}"/>
              </a:ext>
            </a:extLst>
          </p:cNvPr>
          <p:cNvSpPr txBox="1"/>
          <p:nvPr/>
        </p:nvSpPr>
        <p:spPr>
          <a:xfrm>
            <a:off x="7240341" y="8327716"/>
            <a:ext cx="260840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00B050"/>
                </a:solidFill>
                <a:latin typeface="+mj-ea"/>
                <a:ea typeface="+mj-ea"/>
              </a:rPr>
              <a:t>必ず実行される</a:t>
            </a:r>
          </a:p>
        </p:txBody>
      </p: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743042A9-FC8D-4E57-E4C3-12B5FF80D2A7}"/>
              </a:ext>
            </a:extLst>
          </p:cNvPr>
          <p:cNvCxnSpPr>
            <a:cxnSpLocks/>
          </p:cNvCxnSpPr>
          <p:nvPr/>
        </p:nvCxnSpPr>
        <p:spPr>
          <a:xfrm>
            <a:off x="2105891" y="9052688"/>
            <a:ext cx="5098473" cy="0"/>
          </a:xfrm>
          <a:prstGeom prst="straightConnector1">
            <a:avLst/>
          </a:prstGeom>
          <a:ln w="38100">
            <a:solidFill>
              <a:srgbClr val="00B05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0F94E53F-5360-9951-EF64-2E8722721423}"/>
              </a:ext>
            </a:extLst>
          </p:cNvPr>
          <p:cNvSpPr txBox="1"/>
          <p:nvPr/>
        </p:nvSpPr>
        <p:spPr>
          <a:xfrm>
            <a:off x="7240341" y="8826690"/>
            <a:ext cx="1789272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rgbClr val="00B050"/>
                </a:solidFill>
                <a:latin typeface="+mj-ea"/>
                <a:ea typeface="+mj-ea"/>
              </a:rPr>
              <a:t>“G”</a:t>
            </a:r>
            <a:r>
              <a:rPr kumimoji="1" lang="ja-JP" altLang="en-US" dirty="0">
                <a:solidFill>
                  <a:srgbClr val="00B050"/>
                </a:solidFill>
                <a:latin typeface="+mj-ea"/>
                <a:ea typeface="+mj-ea"/>
              </a:rPr>
              <a:t>を出力</a:t>
            </a:r>
          </a:p>
        </p:txBody>
      </p:sp>
    </p:spTree>
    <p:extLst>
      <p:ext uri="{BB962C8B-B14F-4D97-AF65-F5344CB8AC3E}">
        <p14:creationId xmlns:p14="http://schemas.microsoft.com/office/powerpoint/2010/main" val="38722630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D546D-8B04-1957-FDF4-CBA926220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001E84C9-AE9D-F84D-6D74-588EED03E1F6}"/>
              </a:ext>
            </a:extLst>
          </p:cNvPr>
          <p:cNvSpPr/>
          <p:nvPr/>
        </p:nvSpPr>
        <p:spPr>
          <a:xfrm>
            <a:off x="522775" y="1716111"/>
            <a:ext cx="11295152" cy="78355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DF94855B-39DB-4FD2-B420-956D2D90A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775" y="348253"/>
            <a:ext cx="17646914" cy="770016"/>
          </a:xfrm>
        </p:spPr>
        <p:txBody>
          <a:bodyPr/>
          <a:lstStyle/>
          <a:p>
            <a:r>
              <a:rPr lang="en-US" altLang="ja-JP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31. </a:t>
            </a:r>
            <a:r>
              <a:rPr lang="ja-JP" altLang="en-US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例外送出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3064AE4-D0E9-8D04-695A-26F36420E4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Prime Study 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第</a:t>
            </a:r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3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回</a:t>
            </a:r>
            <a:endParaRPr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8EEEB7FB-C848-E601-3677-8236289E0E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0296"/>
          <a:stretch>
            <a:fillRect/>
          </a:stretch>
        </p:blipFill>
        <p:spPr>
          <a:xfrm>
            <a:off x="522775" y="1716111"/>
            <a:ext cx="6992326" cy="770016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A3AB229F-597E-14EF-4723-3BFB60A613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775" y="2486127"/>
            <a:ext cx="2982425" cy="7065507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4D9243F-136A-C136-A9D2-6623407040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7558" y="2101119"/>
            <a:ext cx="2428603" cy="236296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FB806EE0-8F71-AE86-7162-523EB2424E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7558" y="5143500"/>
            <a:ext cx="5090960" cy="4106806"/>
          </a:xfrm>
          <a:prstGeom prst="rect">
            <a:avLst/>
          </a:prstGeom>
          <a:ln w="38100">
            <a:solidFill>
              <a:srgbClr val="0066FF"/>
            </a:solidFill>
          </a:ln>
        </p:spPr>
      </p:pic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E709EDA9-72DF-9E52-94B1-E84027D755DB}"/>
              </a:ext>
            </a:extLst>
          </p:cNvPr>
          <p:cNvSpPr/>
          <p:nvPr/>
        </p:nvSpPr>
        <p:spPr>
          <a:xfrm>
            <a:off x="13609087" y="1991696"/>
            <a:ext cx="3185625" cy="706322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36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【A】</a:t>
            </a:r>
            <a:endParaRPr kumimoji="1" lang="ja-JP" altLang="en-US" sz="3600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789433E5-E808-1B42-8432-4CEBEAF98E98}"/>
              </a:ext>
            </a:extLst>
          </p:cNvPr>
          <p:cNvSpPr/>
          <p:nvPr/>
        </p:nvSpPr>
        <p:spPr>
          <a:xfrm>
            <a:off x="13609087" y="2698136"/>
            <a:ext cx="3185625" cy="706322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36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【B】</a:t>
            </a:r>
            <a:endParaRPr kumimoji="1" lang="ja-JP" altLang="en-US" sz="3600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46349705-A7D4-D309-439F-4BB034D134B1}"/>
              </a:ext>
            </a:extLst>
          </p:cNvPr>
          <p:cNvSpPr/>
          <p:nvPr/>
        </p:nvSpPr>
        <p:spPr>
          <a:xfrm>
            <a:off x="13609087" y="3406766"/>
            <a:ext cx="3185625" cy="706322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36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【C】</a:t>
            </a:r>
            <a:endParaRPr kumimoji="1" lang="ja-JP" altLang="en-US" sz="3600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F55E05D7-9CCE-C117-FFEA-2D98762EF1DE}"/>
              </a:ext>
            </a:extLst>
          </p:cNvPr>
          <p:cNvSpPr/>
          <p:nvPr/>
        </p:nvSpPr>
        <p:spPr>
          <a:xfrm>
            <a:off x="13609087" y="4110922"/>
            <a:ext cx="3185625" cy="706322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36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【D】</a:t>
            </a:r>
            <a:endParaRPr kumimoji="1" lang="ja-JP" altLang="en-US" sz="3600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F80C2F74-3CA6-38E5-3F4B-323FBF2397ED}"/>
              </a:ext>
            </a:extLst>
          </p:cNvPr>
          <p:cNvSpPr/>
          <p:nvPr/>
        </p:nvSpPr>
        <p:spPr>
          <a:xfrm>
            <a:off x="14932350" y="2702610"/>
            <a:ext cx="1015038" cy="706322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36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???</a:t>
            </a:r>
            <a:endParaRPr kumimoji="1" lang="ja-JP" altLang="en-US" sz="3600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5CDB0A5C-7E2D-DDBE-4A87-5ECF890D8E78}"/>
              </a:ext>
            </a:extLst>
          </p:cNvPr>
          <p:cNvSpPr/>
          <p:nvPr/>
        </p:nvSpPr>
        <p:spPr>
          <a:xfrm>
            <a:off x="14932350" y="3400126"/>
            <a:ext cx="1015038" cy="706322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36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is a</a:t>
            </a:r>
            <a:endParaRPr kumimoji="1" lang="ja-JP" altLang="en-US" sz="3600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9E6AB0EF-D476-BA1D-B179-EFD435657CF2}"/>
              </a:ext>
            </a:extLst>
          </p:cNvPr>
          <p:cNvSpPr/>
          <p:nvPr/>
        </p:nvSpPr>
        <p:spPr>
          <a:xfrm>
            <a:off x="14932350" y="2000620"/>
            <a:ext cx="1798203" cy="706322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32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Saya’s</a:t>
            </a:r>
            <a:endParaRPr kumimoji="1" lang="ja-JP" altLang="en-US" sz="3200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14B6262C-FF99-54B2-29EB-0C9ED4F1008D}"/>
              </a:ext>
            </a:extLst>
          </p:cNvPr>
          <p:cNvSpPr/>
          <p:nvPr/>
        </p:nvSpPr>
        <p:spPr>
          <a:xfrm>
            <a:off x="14932350" y="4097642"/>
            <a:ext cx="1798203" cy="706322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36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reliable</a:t>
            </a:r>
            <a:endParaRPr kumimoji="1" lang="ja-JP" altLang="en-US" sz="3600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2CAE1924-CAB1-ABEF-3286-672C06C0A1A2}"/>
              </a:ext>
            </a:extLst>
          </p:cNvPr>
          <p:cNvSpPr/>
          <p:nvPr/>
        </p:nvSpPr>
        <p:spPr>
          <a:xfrm>
            <a:off x="13609087" y="4830524"/>
            <a:ext cx="3185625" cy="706322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36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【E】</a:t>
            </a:r>
            <a:endParaRPr kumimoji="1" lang="ja-JP" altLang="en-US" sz="3600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8AEDBE1C-1BE4-FB51-CEE5-439D8419CF21}"/>
              </a:ext>
            </a:extLst>
          </p:cNvPr>
          <p:cNvSpPr/>
          <p:nvPr/>
        </p:nvSpPr>
        <p:spPr>
          <a:xfrm>
            <a:off x="14932350" y="4790339"/>
            <a:ext cx="1798203" cy="706322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36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partner</a:t>
            </a:r>
            <a:endParaRPr kumimoji="1" lang="ja-JP" altLang="en-US" sz="3600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9" name="楕円 38">
            <a:extLst>
              <a:ext uri="{FF2B5EF4-FFF2-40B4-BE49-F238E27FC236}">
                <a16:creationId xmlns:a16="http://schemas.microsoft.com/office/drawing/2014/main" id="{B48F1496-5D5C-F833-5699-E76E0AFF84E0}"/>
              </a:ext>
            </a:extLst>
          </p:cNvPr>
          <p:cNvSpPr/>
          <p:nvPr/>
        </p:nvSpPr>
        <p:spPr>
          <a:xfrm>
            <a:off x="8177252" y="7742534"/>
            <a:ext cx="387927" cy="38792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</p:spTree>
    <p:extLst>
      <p:ext uri="{BB962C8B-B14F-4D97-AF65-F5344CB8AC3E}">
        <p14:creationId xmlns:p14="http://schemas.microsoft.com/office/powerpoint/2010/main" val="1982134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/>
      <p:bldP spid="36" grpId="0"/>
      <p:bldP spid="3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A44C5-336A-7A07-B840-DF70D8177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9B9C388A-EADE-3A07-CF2B-3205A5491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75" y="1609232"/>
            <a:ext cx="10280000" cy="7953868"/>
          </a:xfrm>
          <a:prstGeom prst="rect">
            <a:avLst/>
          </a:prstGeom>
        </p:spPr>
      </p:pic>
      <p:sp>
        <p:nvSpPr>
          <p:cNvPr id="8" name="タイトル 7">
            <a:extLst>
              <a:ext uri="{FF2B5EF4-FFF2-40B4-BE49-F238E27FC236}">
                <a16:creationId xmlns:a16="http://schemas.microsoft.com/office/drawing/2014/main" id="{097B6C06-32F1-553C-D636-80F58EB96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775" y="348253"/>
            <a:ext cx="17646914" cy="770016"/>
          </a:xfrm>
        </p:spPr>
        <p:txBody>
          <a:bodyPr/>
          <a:lstStyle/>
          <a:p>
            <a:r>
              <a:rPr lang="en-US" altLang="ja-JP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32.</a:t>
            </a:r>
            <a:r>
              <a:rPr lang="ja-JP" altLang="en-US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スコープ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71DFC3D-5738-4C95-82AE-DB02B723115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Prime Study 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第</a:t>
            </a:r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3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回</a:t>
            </a:r>
            <a:endParaRPr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CDB57A33-BBA3-F3F7-6025-0E56ACDB1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9750" y="2924286"/>
            <a:ext cx="5042150" cy="5323760"/>
          </a:xfrm>
          <a:prstGeom prst="rect">
            <a:avLst/>
          </a:prstGeom>
          <a:ln w="38100">
            <a:solidFill>
              <a:srgbClr val="0066FF"/>
            </a:solidFill>
          </a:ln>
        </p:spPr>
      </p:pic>
      <p:sp>
        <p:nvSpPr>
          <p:cNvPr id="5" name="楕円 4">
            <a:extLst>
              <a:ext uri="{FF2B5EF4-FFF2-40B4-BE49-F238E27FC236}">
                <a16:creationId xmlns:a16="http://schemas.microsoft.com/office/drawing/2014/main" id="{28016A25-7971-77D2-1B4D-B4A601C46FF6}"/>
              </a:ext>
            </a:extLst>
          </p:cNvPr>
          <p:cNvSpPr/>
          <p:nvPr/>
        </p:nvSpPr>
        <p:spPr>
          <a:xfrm>
            <a:off x="11878848" y="6373202"/>
            <a:ext cx="387927" cy="38792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9D5E321-9835-28A7-47D1-4C2A5CFF2B3F}"/>
              </a:ext>
            </a:extLst>
          </p:cNvPr>
          <p:cNvSpPr/>
          <p:nvPr/>
        </p:nvSpPr>
        <p:spPr>
          <a:xfrm>
            <a:off x="11391650" y="2305989"/>
            <a:ext cx="1663700" cy="5715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選択肢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517923D-74B2-5BC1-6D2F-FA32D35C6A5F}"/>
              </a:ext>
            </a:extLst>
          </p:cNvPr>
          <p:cNvSpPr/>
          <p:nvPr/>
        </p:nvSpPr>
        <p:spPr>
          <a:xfrm>
            <a:off x="685800" y="2629839"/>
            <a:ext cx="977900" cy="332547"/>
          </a:xfrm>
          <a:prstGeom prst="rect">
            <a:avLst/>
          </a:prstGeom>
          <a:solidFill>
            <a:srgbClr val="FF0000">
              <a:alpha val="20000"/>
            </a:srgb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B3012D97-C7C1-AD2C-5834-96654FB752F0}"/>
              </a:ext>
            </a:extLst>
          </p:cNvPr>
          <p:cNvCxnSpPr>
            <a:cxnSpLocks/>
          </p:cNvCxnSpPr>
          <p:nvPr/>
        </p:nvCxnSpPr>
        <p:spPr>
          <a:xfrm>
            <a:off x="1816100" y="2788589"/>
            <a:ext cx="12065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DB84083-EADC-2898-926D-118B27F3FDE9}"/>
              </a:ext>
            </a:extLst>
          </p:cNvPr>
          <p:cNvSpPr txBox="1"/>
          <p:nvPr/>
        </p:nvSpPr>
        <p:spPr>
          <a:xfrm>
            <a:off x="3022600" y="2553639"/>
            <a:ext cx="44903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関数の外にあるグローバル変数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47F0AF68-5EB1-66E0-041B-F5D5CF315B85}"/>
              </a:ext>
            </a:extLst>
          </p:cNvPr>
          <p:cNvSpPr/>
          <p:nvPr/>
        </p:nvSpPr>
        <p:spPr>
          <a:xfrm>
            <a:off x="920750" y="3294659"/>
            <a:ext cx="889000" cy="274832"/>
          </a:xfrm>
          <a:prstGeom prst="rect">
            <a:avLst/>
          </a:prstGeom>
          <a:solidFill>
            <a:srgbClr val="0066FF">
              <a:alpha val="20000"/>
            </a:srgbClr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FA4B9AD8-2A0B-5A69-8B2E-8FEB23BBB1BF}"/>
              </a:ext>
            </a:extLst>
          </p:cNvPr>
          <p:cNvCxnSpPr>
            <a:cxnSpLocks/>
          </p:cNvCxnSpPr>
          <p:nvPr/>
        </p:nvCxnSpPr>
        <p:spPr>
          <a:xfrm>
            <a:off x="1925782" y="3426664"/>
            <a:ext cx="1096818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B9A80F7F-80D4-5B3E-9F62-032E574D26A5}"/>
              </a:ext>
            </a:extLst>
          </p:cNvPr>
          <p:cNvSpPr txBox="1"/>
          <p:nvPr/>
        </p:nvSpPr>
        <p:spPr>
          <a:xfrm>
            <a:off x="3022600" y="3195831"/>
            <a:ext cx="37946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solidFill>
                  <a:srgbClr val="0066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scope</a:t>
            </a:r>
            <a:r>
              <a:rPr kumimoji="1" lang="ja-JP" altLang="en-US" sz="2400" dirty="0">
                <a:solidFill>
                  <a:srgbClr val="0066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関数のローカル変数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945CD157-4FD7-EB45-9498-6444F543C13A}"/>
              </a:ext>
            </a:extLst>
          </p:cNvPr>
          <p:cNvSpPr/>
          <p:nvPr/>
        </p:nvSpPr>
        <p:spPr>
          <a:xfrm>
            <a:off x="1149350" y="3907333"/>
            <a:ext cx="889000" cy="274832"/>
          </a:xfrm>
          <a:prstGeom prst="rect">
            <a:avLst/>
          </a:prstGeom>
          <a:solidFill>
            <a:srgbClr val="00B050">
              <a:alpha val="20000"/>
            </a:srgbClr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B1F9130A-04CD-7471-025B-ED0481DA0440}"/>
              </a:ext>
            </a:extLst>
          </p:cNvPr>
          <p:cNvCxnSpPr>
            <a:cxnSpLocks/>
          </p:cNvCxnSpPr>
          <p:nvPr/>
        </p:nvCxnSpPr>
        <p:spPr>
          <a:xfrm>
            <a:off x="2159000" y="4044749"/>
            <a:ext cx="863600" cy="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C8BCFF2A-346A-B917-E91C-F03A49DE0813}"/>
              </a:ext>
            </a:extLst>
          </p:cNvPr>
          <p:cNvSpPr txBox="1"/>
          <p:nvPr/>
        </p:nvSpPr>
        <p:spPr>
          <a:xfrm>
            <a:off x="3022600" y="3813916"/>
            <a:ext cx="41905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err="1">
                <a:solidFill>
                  <a:srgbClr val="00B05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do_local</a:t>
            </a:r>
            <a:r>
              <a:rPr kumimoji="1" lang="ja-JP" altLang="en-US" sz="2400" dirty="0">
                <a:solidFill>
                  <a:srgbClr val="00B05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関数のローカル変数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FBB4EAD0-4EDF-F2C9-DC5B-9AFC3D880E4A}"/>
              </a:ext>
            </a:extLst>
          </p:cNvPr>
          <p:cNvSpPr/>
          <p:nvPr/>
        </p:nvSpPr>
        <p:spPr>
          <a:xfrm>
            <a:off x="1205998" y="4542608"/>
            <a:ext cx="1132977" cy="532300"/>
          </a:xfrm>
          <a:prstGeom prst="rect">
            <a:avLst/>
          </a:prstGeom>
          <a:solidFill>
            <a:srgbClr val="0066FF">
              <a:alpha val="20000"/>
            </a:srgbClr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8910CAD5-BA82-1AAB-FA50-F527A65CAACC}"/>
              </a:ext>
            </a:extLst>
          </p:cNvPr>
          <p:cNvCxnSpPr>
            <a:cxnSpLocks/>
          </p:cNvCxnSpPr>
          <p:nvPr/>
        </p:nvCxnSpPr>
        <p:spPr>
          <a:xfrm>
            <a:off x="2438400" y="4860922"/>
            <a:ext cx="584200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069D07BB-271D-C991-1AF3-13190A253B15}"/>
              </a:ext>
            </a:extLst>
          </p:cNvPr>
          <p:cNvSpPr txBox="1"/>
          <p:nvPr/>
        </p:nvSpPr>
        <p:spPr>
          <a:xfrm>
            <a:off x="3022600" y="4612528"/>
            <a:ext cx="63946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solidFill>
                  <a:srgbClr val="0066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scope()</a:t>
            </a:r>
            <a:r>
              <a:rPr kumimoji="1" lang="ja-JP" altLang="en-US" sz="2400" dirty="0">
                <a:solidFill>
                  <a:srgbClr val="0066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の</a:t>
            </a:r>
            <a:r>
              <a:rPr kumimoji="1" lang="en-US" altLang="ja-JP" sz="2400" dirty="0">
                <a:solidFill>
                  <a:srgbClr val="0066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loc</a:t>
            </a:r>
            <a:r>
              <a:rPr kumimoji="1" lang="ja-JP" altLang="en-US" sz="2400" dirty="0">
                <a:solidFill>
                  <a:srgbClr val="0066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を参照し、その</a:t>
            </a:r>
            <a:r>
              <a:rPr kumimoji="1" lang="en-US" altLang="ja-JP" sz="2400" dirty="0">
                <a:solidFill>
                  <a:srgbClr val="0066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loc</a:t>
            </a:r>
            <a:r>
              <a:rPr kumimoji="1" lang="ja-JP" altLang="en-US" sz="2400" dirty="0">
                <a:solidFill>
                  <a:srgbClr val="0066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を書き換える</a:t>
            </a:r>
            <a:endParaRPr kumimoji="1" lang="en-US" altLang="ja-JP" sz="2400" dirty="0">
              <a:solidFill>
                <a:srgbClr val="0066FF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EECD22AC-B352-02D3-3EDE-E2724321ECD0}"/>
              </a:ext>
            </a:extLst>
          </p:cNvPr>
          <p:cNvSpPr/>
          <p:nvPr/>
        </p:nvSpPr>
        <p:spPr>
          <a:xfrm>
            <a:off x="1187450" y="5482891"/>
            <a:ext cx="971550" cy="539735"/>
          </a:xfrm>
          <a:prstGeom prst="rect">
            <a:avLst/>
          </a:prstGeom>
          <a:solidFill>
            <a:srgbClr val="FF0000">
              <a:alpha val="20000"/>
            </a:srgb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28795754-752E-5F6E-7E48-3F3AC91BC65C}"/>
              </a:ext>
            </a:extLst>
          </p:cNvPr>
          <p:cNvCxnSpPr>
            <a:cxnSpLocks/>
          </p:cNvCxnSpPr>
          <p:nvPr/>
        </p:nvCxnSpPr>
        <p:spPr>
          <a:xfrm>
            <a:off x="2286000" y="5785083"/>
            <a:ext cx="7366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469AD62-AD8D-00EF-398E-A299E1380B30}"/>
              </a:ext>
            </a:extLst>
          </p:cNvPr>
          <p:cNvSpPr txBox="1"/>
          <p:nvPr/>
        </p:nvSpPr>
        <p:spPr>
          <a:xfrm>
            <a:off x="3022600" y="5521925"/>
            <a:ext cx="67585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グローバル変数を参照し、その</a:t>
            </a:r>
            <a:r>
              <a:rPr kumimoji="1" lang="en-US" altLang="ja-JP" sz="2400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loc</a:t>
            </a:r>
            <a:r>
              <a:rPr kumimoji="1" lang="ja-JP" altLang="en-US" sz="2400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を書き換える</a:t>
            </a:r>
          </a:p>
        </p:txBody>
      </p:sp>
    </p:spTree>
    <p:extLst>
      <p:ext uri="{BB962C8B-B14F-4D97-AF65-F5344CB8AC3E}">
        <p14:creationId xmlns:p14="http://schemas.microsoft.com/office/powerpoint/2010/main" val="1728610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5" grpId="0"/>
      <p:bldP spid="16" grpId="0" animBg="1"/>
      <p:bldP spid="18" grpId="0"/>
      <p:bldP spid="19" grpId="0" animBg="1"/>
      <p:bldP spid="22" grpId="0"/>
      <p:bldP spid="23" grpId="0" animBg="1"/>
      <p:bldP spid="25" grpId="0"/>
      <p:bldP spid="27" grpId="0" animBg="1"/>
      <p:bldP spid="3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773A6-A8A7-CE27-98CD-2819F469A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1B77241C-238D-50B0-298C-15CE53207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03" y="1628766"/>
            <a:ext cx="17498058" cy="7921634"/>
          </a:xfrm>
          <a:prstGeom prst="rect">
            <a:avLst/>
          </a:prstGeom>
        </p:spPr>
      </p:pic>
      <p:sp>
        <p:nvSpPr>
          <p:cNvPr id="8" name="タイトル 7">
            <a:extLst>
              <a:ext uri="{FF2B5EF4-FFF2-40B4-BE49-F238E27FC236}">
                <a16:creationId xmlns:a16="http://schemas.microsoft.com/office/drawing/2014/main" id="{EF715B78-BAEE-60C0-C7E0-CE5817D70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775" y="348253"/>
            <a:ext cx="17646914" cy="770016"/>
          </a:xfrm>
        </p:spPr>
        <p:txBody>
          <a:bodyPr/>
          <a:lstStyle/>
          <a:p>
            <a:r>
              <a:rPr lang="en-US" altLang="ja-JP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34.</a:t>
            </a:r>
            <a:r>
              <a:rPr lang="ja-JP" altLang="en-US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コマンドライン引数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61D6EED-1453-E7B3-79FD-6D82A69826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Prime Study 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第</a:t>
            </a:r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3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回</a:t>
            </a:r>
            <a:endParaRPr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8DA701E9-5EC0-E5D2-5269-0D78767EEF07}"/>
              </a:ext>
            </a:extLst>
          </p:cNvPr>
          <p:cNvSpPr/>
          <p:nvPr/>
        </p:nvSpPr>
        <p:spPr>
          <a:xfrm>
            <a:off x="974439" y="4506302"/>
            <a:ext cx="387927" cy="38792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736001A-1362-FC5F-8F9A-54FC997E069C}"/>
              </a:ext>
            </a:extLst>
          </p:cNvPr>
          <p:cNvSpPr/>
          <p:nvPr/>
        </p:nvSpPr>
        <p:spPr>
          <a:xfrm>
            <a:off x="6858000" y="4381500"/>
            <a:ext cx="9448800" cy="660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err="1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sys.argv</a:t>
            </a:r>
            <a:r>
              <a:rPr kumimoji="1" lang="en-US" altLang="ja-JP" sz="2400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[0]: </a:t>
            </a:r>
            <a:r>
              <a:rPr kumimoji="1" lang="ja-JP" altLang="en-US" sz="2400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は常に実行されたスクリプトのファイル名になる</a:t>
            </a:r>
          </a:p>
        </p:txBody>
      </p:sp>
    </p:spTree>
    <p:extLst>
      <p:ext uri="{BB962C8B-B14F-4D97-AF65-F5344CB8AC3E}">
        <p14:creationId xmlns:p14="http://schemas.microsoft.com/office/powerpoint/2010/main" val="7554051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78BD4-88DD-30A4-F678-33EF09D23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C16DC7AD-1004-054E-E537-CE93F52BB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75" y="1638292"/>
            <a:ext cx="17363780" cy="7835908"/>
          </a:xfrm>
          <a:prstGeom prst="rect">
            <a:avLst/>
          </a:prstGeom>
        </p:spPr>
      </p:pic>
      <p:sp>
        <p:nvSpPr>
          <p:cNvPr id="8" name="タイトル 7">
            <a:extLst>
              <a:ext uri="{FF2B5EF4-FFF2-40B4-BE49-F238E27FC236}">
                <a16:creationId xmlns:a16="http://schemas.microsoft.com/office/drawing/2014/main" id="{9594D35D-D037-816C-5E35-AF17CF9F6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775" y="348253"/>
            <a:ext cx="17646914" cy="770016"/>
          </a:xfrm>
        </p:spPr>
        <p:txBody>
          <a:bodyPr/>
          <a:lstStyle/>
          <a:p>
            <a:r>
              <a:rPr lang="en-US" altLang="ja-JP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35.</a:t>
            </a:r>
            <a:r>
              <a:rPr lang="ja-JP" altLang="en-US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正規表現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0F6B222-149C-CFD4-FDE5-DF061C811D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Prime Study 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第</a:t>
            </a:r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3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回</a:t>
            </a:r>
            <a:endParaRPr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025BD2EE-1799-6F63-38AE-3BE49981E244}"/>
              </a:ext>
            </a:extLst>
          </p:cNvPr>
          <p:cNvSpPr/>
          <p:nvPr/>
        </p:nvSpPr>
        <p:spPr>
          <a:xfrm>
            <a:off x="842819" y="6538302"/>
            <a:ext cx="387927" cy="38792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</p:spTree>
    <p:extLst>
      <p:ext uri="{BB962C8B-B14F-4D97-AF65-F5344CB8AC3E}">
        <p14:creationId xmlns:p14="http://schemas.microsoft.com/office/powerpoint/2010/main" val="12315614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B46D5-79C1-340E-8349-DB43624F4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>
            <a:extLst>
              <a:ext uri="{FF2B5EF4-FFF2-40B4-BE49-F238E27FC236}">
                <a16:creationId xmlns:a16="http://schemas.microsoft.com/office/drawing/2014/main" id="{E542FB3A-DB67-F93D-6163-9E9D7C580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775" y="348253"/>
            <a:ext cx="17646914" cy="770016"/>
          </a:xfrm>
        </p:spPr>
        <p:txBody>
          <a:bodyPr/>
          <a:lstStyle/>
          <a:p>
            <a:r>
              <a:rPr lang="en-US" altLang="ja-JP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35.</a:t>
            </a:r>
            <a:r>
              <a:rPr lang="ja-JP" altLang="en-US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正規表現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B486B9F-987B-5AA5-3455-EF0B8CCFD59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Prime Study 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第</a:t>
            </a:r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3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回</a:t>
            </a:r>
            <a:endParaRPr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43465070-66DE-1712-5E08-735D269174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5054256"/>
              </p:ext>
            </p:extLst>
          </p:nvPr>
        </p:nvGraphicFramePr>
        <p:xfrm>
          <a:off x="522775" y="1763078"/>
          <a:ext cx="16977828" cy="7787327"/>
        </p:xfrm>
        <a:graphic>
          <a:graphicData uri="http://schemas.openxmlformats.org/drawingml/2006/table">
            <a:tbl>
              <a:tblPr firstRow="1">
                <a:tableStyleId>{10A1B5D5-9B99-4C35-A422-299274C87663}</a:tableStyleId>
              </a:tblPr>
              <a:tblGrid>
                <a:gridCol w="1217125">
                  <a:extLst>
                    <a:ext uri="{9D8B030D-6E8A-4147-A177-3AD203B41FA5}">
                      <a16:colId xmlns:a16="http://schemas.microsoft.com/office/drawing/2014/main" val="2209553355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3770504289"/>
                    </a:ext>
                  </a:extLst>
                </a:gridCol>
                <a:gridCol w="3506387">
                  <a:extLst>
                    <a:ext uri="{9D8B030D-6E8A-4147-A177-3AD203B41FA5}">
                      <a16:colId xmlns:a16="http://schemas.microsoft.com/office/drawing/2014/main" val="353184288"/>
                    </a:ext>
                  </a:extLst>
                </a:gridCol>
                <a:gridCol w="2425404">
                  <a:extLst>
                    <a:ext uri="{9D8B030D-6E8A-4147-A177-3AD203B41FA5}">
                      <a16:colId xmlns:a16="http://schemas.microsoft.com/office/drawing/2014/main" val="1022455934"/>
                    </a:ext>
                  </a:extLst>
                </a:gridCol>
                <a:gridCol w="2425404">
                  <a:extLst>
                    <a:ext uri="{9D8B030D-6E8A-4147-A177-3AD203B41FA5}">
                      <a16:colId xmlns:a16="http://schemas.microsoft.com/office/drawing/2014/main" val="2445247621"/>
                    </a:ext>
                  </a:extLst>
                </a:gridCol>
                <a:gridCol w="2425404">
                  <a:extLst>
                    <a:ext uri="{9D8B030D-6E8A-4147-A177-3AD203B41FA5}">
                      <a16:colId xmlns:a16="http://schemas.microsoft.com/office/drawing/2014/main" val="1578193391"/>
                    </a:ext>
                  </a:extLst>
                </a:gridCol>
                <a:gridCol w="2425404">
                  <a:extLst>
                    <a:ext uri="{9D8B030D-6E8A-4147-A177-3AD203B41FA5}">
                      <a16:colId xmlns:a16="http://schemas.microsoft.com/office/drawing/2014/main" val="1864939008"/>
                    </a:ext>
                  </a:extLst>
                </a:gridCol>
              </a:tblGrid>
              <a:tr h="11045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20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文字位置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24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パターン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KUSANAGISAYA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 err="1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Kuronami</a:t>
                      </a:r>
                      <a:endParaRPr lang="en-US" sz="2400" dirty="0"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 err="1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SuZunone</a:t>
                      </a:r>
                      <a:endParaRPr lang="en-US" sz="2400" dirty="0"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SUSANOO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 err="1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kusanomi</a:t>
                      </a:r>
                      <a:endParaRPr lang="en-US" sz="2400" dirty="0"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8720342"/>
                  </a:ext>
                </a:extLst>
              </a:tr>
              <a:tr h="607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(K|S)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K  </a:t>
                      </a:r>
                      <a:r>
                        <a:rPr lang="ja-JP" alt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K  </a:t>
                      </a:r>
                      <a:r>
                        <a:rPr lang="ja-JP" alt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S </a:t>
                      </a:r>
                      <a:r>
                        <a:rPr lang="ja-JP" alt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S </a:t>
                      </a:r>
                      <a:r>
                        <a:rPr lang="ja-JP" alt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k </a:t>
                      </a:r>
                      <a:r>
                        <a:rPr lang="ja-JP" alt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7680869"/>
                  </a:ext>
                </a:extLst>
              </a:tr>
              <a:tr h="607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U  </a:t>
                      </a:r>
                      <a:r>
                        <a:rPr lang="ja-JP" alt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u  </a:t>
                      </a:r>
                      <a:r>
                        <a:rPr lang="ja-JP" alt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u </a:t>
                      </a:r>
                      <a:r>
                        <a:rPr lang="ja-JP" alt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U </a:t>
                      </a:r>
                      <a:r>
                        <a:rPr lang="ja-JP" alt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u </a:t>
                      </a:r>
                      <a:r>
                        <a:rPr lang="ja-JP" alt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71049"/>
                  </a:ext>
                </a:extLst>
              </a:tr>
              <a:tr h="607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(r|s)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S  </a:t>
                      </a:r>
                      <a:r>
                        <a:rPr lang="ja-JP" alt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r </a:t>
                      </a:r>
                      <a:r>
                        <a:rPr lang="ja-JP" alt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  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Z </a:t>
                      </a:r>
                      <a:r>
                        <a:rPr lang="ja-JP" alt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S </a:t>
                      </a:r>
                      <a:r>
                        <a:rPr lang="ja-JP" alt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s </a:t>
                      </a:r>
                      <a:r>
                        <a:rPr lang="ja-JP" alt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4989010"/>
                  </a:ext>
                </a:extLst>
              </a:tr>
              <a:tr h="607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(a|o)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A  </a:t>
                      </a:r>
                      <a:r>
                        <a:rPr lang="ja-JP" alt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o  </a:t>
                      </a:r>
                      <a:r>
                        <a:rPr lang="ja-JP" alt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A </a:t>
                      </a:r>
                      <a:r>
                        <a:rPr lang="ja-JP" alt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a </a:t>
                      </a:r>
                      <a:r>
                        <a:rPr lang="ja-JP" alt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8413938"/>
                  </a:ext>
                </a:extLst>
              </a:tr>
              <a:tr h="607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N </a:t>
                      </a:r>
                      <a:r>
                        <a:rPr lang="ja-JP" alt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n </a:t>
                      </a:r>
                      <a:r>
                        <a:rPr lang="ja-JP" alt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 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N </a:t>
                      </a:r>
                      <a:r>
                        <a:rPr lang="ja-JP" alt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n </a:t>
                      </a:r>
                      <a:r>
                        <a:rPr lang="ja-JP" alt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0146093"/>
                  </a:ext>
                </a:extLst>
              </a:tr>
              <a:tr h="607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f?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無✅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無✅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無✅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無✅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1885322"/>
                  </a:ext>
                </a:extLst>
              </a:tr>
              <a:tr h="607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(a|o)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A </a:t>
                      </a:r>
                      <a:r>
                        <a:rPr lang="ja-JP" alt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 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a  </a:t>
                      </a:r>
                      <a:r>
                        <a:rPr lang="ja-JP" alt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O </a:t>
                      </a:r>
                      <a:r>
                        <a:rPr lang="ja-JP" alt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o </a:t>
                      </a:r>
                      <a:r>
                        <a:rPr lang="ja-JP" alt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 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6634425"/>
                  </a:ext>
                </a:extLst>
              </a:tr>
              <a:tr h="607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(o|m)?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無✅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無✅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O </a:t>
                      </a:r>
                      <a:r>
                        <a:rPr lang="ja-JP" alt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m </a:t>
                      </a:r>
                      <a:r>
                        <a:rPr lang="ja-JP" alt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7822484"/>
                  </a:ext>
                </a:extLst>
              </a:tr>
              <a:tr h="607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g?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G </a:t>
                      </a:r>
                      <a:r>
                        <a:rPr lang="ja-JP" alt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無✅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無✅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無✅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4245298"/>
                  </a:ext>
                </a:extLst>
              </a:tr>
              <a:tr h="607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i?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I</a:t>
                      </a:r>
                      <a:r>
                        <a:rPr lang="ja-JP" alt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  </a:t>
                      </a:r>
                      <a:r>
                        <a:rPr 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 </a:t>
                      </a:r>
                      <a:r>
                        <a:rPr lang="ja-JP" alt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dirty="0" err="1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i</a:t>
                      </a:r>
                      <a:r>
                        <a:rPr 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   </a:t>
                      </a:r>
                      <a:r>
                        <a:rPr lang="ja-JP" alt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無✅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dirty="0" err="1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i</a:t>
                      </a:r>
                      <a:r>
                        <a:rPr 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 </a:t>
                      </a:r>
                      <a:r>
                        <a:rPr lang="ja-JP" alt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  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4194432"/>
                  </a:ext>
                </a:extLst>
              </a:tr>
              <a:tr h="607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11-14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(saya)?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SAYA </a:t>
                      </a:r>
                      <a:r>
                        <a:rPr lang="ja-JP" altLang="en-US" sz="270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無✅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無✅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7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無✅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7035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0444795"/>
      </p:ext>
    </p:extLst>
  </p:cSld>
  <p:clrMapOvr>
    <a:masterClrMapping/>
  </p:clrMapOvr>
</p:sld>
</file>

<file path=ppt/theme/theme1.xml><?xml version="1.0" encoding="utf-8"?>
<a:theme xmlns:a="http://schemas.openxmlformats.org/drawingml/2006/main" name="No Head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lnair">
      <a:majorFont>
        <a:latin typeface="Bebas Neue Regular"/>
        <a:ea typeface="Capella Light"/>
        <a:cs typeface=""/>
      </a:majorFont>
      <a:minorFont>
        <a:latin typeface="Roboto"/>
        <a:ea typeface="Capella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0066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dirty="0" err="1" smtClean="0">
            <a:solidFill>
              <a:schemeClr val="tx1">
                <a:lumMod val="85000"/>
                <a:lumOff val="15000"/>
              </a:schemeClr>
            </a:solidFill>
            <a:latin typeface="Aller Light" panose="02000503000000020004" pitchFamily="2" charset="0"/>
            <a:ea typeface="A-OTF Shin Go Pro L" panose="020B0300000000000000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Head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1">
      <a:majorFont>
        <a:latin typeface="Consolas"/>
        <a:ea typeface="Noto Sans JP"/>
        <a:cs typeface=""/>
      </a:majorFont>
      <a:minorFont>
        <a:latin typeface="Consolas"/>
        <a:ea typeface="Noto Sans JP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6600"/>
        </a:solidFill>
        <a:ln>
          <a:noFill/>
        </a:ln>
      </a:spPr>
      <a:bodyPr rtlCol="0" anchor="ctr"/>
      <a:lstStyle>
        <a:defPPr algn="ctr">
          <a:defRPr sz="40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kumimoji="1" dirty="0" smtClean="0">
            <a:solidFill>
              <a:schemeClr val="tx1">
                <a:lumMod val="85000"/>
                <a:lumOff val="15000"/>
              </a:schemeClr>
            </a:solidFill>
            <a:latin typeface="+mj-lt"/>
            <a:ea typeface="A-OTF Shin Go Pro L" panose="020B0300000000000000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10416</TotalTime>
  <Words>1462</Words>
  <Application>Microsoft Office PowerPoint</Application>
  <PresentationFormat>ユーザー設定</PresentationFormat>
  <Paragraphs>294</Paragraphs>
  <Slides>20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20</vt:i4>
      </vt:variant>
    </vt:vector>
  </HeadingPairs>
  <TitlesOfParts>
    <vt:vector size="29" baseType="lpstr">
      <vt:lpstr>Aller Light</vt:lpstr>
      <vt:lpstr>Bebas Neue Bold</vt:lpstr>
      <vt:lpstr>Noto Sans JP</vt:lpstr>
      <vt:lpstr>Arial</vt:lpstr>
      <vt:lpstr>Calibri</vt:lpstr>
      <vt:lpstr>Consolas</vt:lpstr>
      <vt:lpstr>Wingdings</vt:lpstr>
      <vt:lpstr>No Header</vt:lpstr>
      <vt:lpstr>Header</vt:lpstr>
      <vt:lpstr>8.</vt:lpstr>
      <vt:lpstr>9.</vt:lpstr>
      <vt:lpstr>10.</vt:lpstr>
      <vt:lpstr>10.</vt:lpstr>
      <vt:lpstr>10.</vt:lpstr>
      <vt:lpstr>12.</vt:lpstr>
      <vt:lpstr>13.関数のスコープ</vt:lpstr>
      <vt:lpstr>16.</vt:lpstr>
      <vt:lpstr>18.リスト操作</vt:lpstr>
      <vt:lpstr>19.map関数とlambda式</vt:lpstr>
      <vt:lpstr>19.map関数とlambda式</vt:lpstr>
      <vt:lpstr>20.ネストされた内包表記</vt:lpstr>
      <vt:lpstr>21.zip関数</vt:lpstr>
      <vt:lpstr>24.タプルや文字列の比較</vt:lpstr>
      <vt:lpstr>28. クリーンアップ</vt:lpstr>
      <vt:lpstr>31. 例外送出</vt:lpstr>
      <vt:lpstr>32.スコープ</vt:lpstr>
      <vt:lpstr>34.コマンドライン引数</vt:lpstr>
      <vt:lpstr>35.正規表現</vt:lpstr>
      <vt:lpstr>35.正規表現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taitoru</dc:title>
  <dc:creator>秋咲准</dc:creator>
  <cp:lastModifiedBy>1857</cp:lastModifiedBy>
  <cp:revision>309</cp:revision>
  <dcterms:created xsi:type="dcterms:W3CDTF">2014-05-07T13:22:54Z</dcterms:created>
  <dcterms:modified xsi:type="dcterms:W3CDTF">2025-09-12T02:36:05Z</dcterms:modified>
</cp:coreProperties>
</file>